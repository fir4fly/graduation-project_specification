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9"/>
  </p:notesMasterIdLst>
  <p:sldIdLst>
    <p:sldId id="256" r:id="rId2"/>
    <p:sldId id="261" r:id="rId3"/>
    <p:sldId id="257" r:id="rId4"/>
    <p:sldId id="258" r:id="rId5"/>
    <p:sldId id="259" r:id="rId6"/>
    <p:sldId id="260" r:id="rId7"/>
    <p:sldId id="262"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F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84" y="8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ADBE0C-B308-4424-9491-3D5F0823A122}" type="datetimeFigureOut">
              <a:rPr kumimoji="1" lang="ja-JP" altLang="en-US" smtClean="0"/>
              <a:t>2025/12/1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C9BE26-F9E7-43B9-AE9F-ED9E60566967}" type="slidenum">
              <a:rPr kumimoji="1" lang="ja-JP" altLang="en-US" smtClean="0"/>
              <a:t>‹#›</a:t>
            </a:fld>
            <a:endParaRPr kumimoji="1" lang="ja-JP" altLang="en-US"/>
          </a:p>
        </p:txBody>
      </p:sp>
    </p:spTree>
    <p:extLst>
      <p:ext uri="{BB962C8B-B14F-4D97-AF65-F5344CB8AC3E}">
        <p14:creationId xmlns:p14="http://schemas.microsoft.com/office/powerpoint/2010/main" val="64200435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情報技術科２年の藁科光です。今から、「</a:t>
            </a:r>
            <a:r>
              <a:rPr kumimoji="1" lang="en-US" altLang="ja-JP" dirty="0"/>
              <a:t>Scot Medal Park</a:t>
            </a:r>
            <a:r>
              <a:rPr kumimoji="1" lang="ja-JP" altLang="en-US" dirty="0"/>
              <a:t>」というメダル制カジノ風サイトの中間発表を始めたいと思います。</a:t>
            </a:r>
            <a:endParaRPr kumimoji="1" lang="en-US" altLang="ja-JP" dirty="0"/>
          </a:p>
        </p:txBody>
      </p:sp>
      <p:sp>
        <p:nvSpPr>
          <p:cNvPr id="4" name="スライド番号プレースホルダー 3"/>
          <p:cNvSpPr>
            <a:spLocks noGrp="1"/>
          </p:cNvSpPr>
          <p:nvPr>
            <p:ph type="sldNum" sz="quarter" idx="5"/>
          </p:nvPr>
        </p:nvSpPr>
        <p:spPr/>
        <p:txBody>
          <a:bodyPr/>
          <a:lstStyle/>
          <a:p>
            <a:fld id="{B2C9BE26-F9E7-43B9-AE9F-ED9E60566967}" type="slidenum">
              <a:rPr kumimoji="1" lang="ja-JP" altLang="en-US" smtClean="0"/>
              <a:t>1</a:t>
            </a:fld>
            <a:endParaRPr kumimoji="1" lang="ja-JP" altLang="en-US"/>
          </a:p>
        </p:txBody>
      </p:sp>
    </p:spTree>
    <p:extLst>
      <p:ext uri="{BB962C8B-B14F-4D97-AF65-F5344CB8AC3E}">
        <p14:creationId xmlns:p14="http://schemas.microsoft.com/office/powerpoint/2010/main" val="4058573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背景目的</a:t>
            </a:r>
            <a:endParaRPr kumimoji="1" lang="en-US" altLang="ja-JP" dirty="0"/>
          </a:p>
          <a:p>
            <a:r>
              <a:rPr kumimoji="1" lang="ja-JP" altLang="en-US" dirty="0"/>
              <a:t>機能一覧</a:t>
            </a:r>
            <a:endParaRPr kumimoji="1" lang="en-US" altLang="ja-JP" dirty="0"/>
          </a:p>
          <a:p>
            <a:r>
              <a:rPr kumimoji="1" lang="ja-JP" altLang="en-US" dirty="0"/>
              <a:t>実演</a:t>
            </a:r>
            <a:endParaRPr kumimoji="1" lang="en-US" altLang="ja-JP" dirty="0"/>
          </a:p>
          <a:p>
            <a:r>
              <a:rPr kumimoji="1" lang="ja-JP" altLang="en-US" dirty="0"/>
              <a:t>今後の予定</a:t>
            </a:r>
            <a:endParaRPr kumimoji="1" lang="en-US" altLang="ja-JP" dirty="0"/>
          </a:p>
          <a:p>
            <a:r>
              <a:rPr kumimoji="1" lang="ja-JP" altLang="en-US" dirty="0"/>
              <a:t>それでは背景目的です</a:t>
            </a:r>
          </a:p>
        </p:txBody>
      </p:sp>
      <p:sp>
        <p:nvSpPr>
          <p:cNvPr id="4" name="スライド番号プレースホルダー 3"/>
          <p:cNvSpPr>
            <a:spLocks noGrp="1"/>
          </p:cNvSpPr>
          <p:nvPr>
            <p:ph type="sldNum" sz="quarter" idx="5"/>
          </p:nvPr>
        </p:nvSpPr>
        <p:spPr/>
        <p:txBody>
          <a:bodyPr/>
          <a:lstStyle/>
          <a:p>
            <a:fld id="{B2C9BE26-F9E7-43B9-AE9F-ED9E60566967}" type="slidenum">
              <a:rPr kumimoji="1" lang="ja-JP" altLang="en-US" smtClean="0"/>
              <a:t>2</a:t>
            </a:fld>
            <a:endParaRPr kumimoji="1" lang="ja-JP" altLang="en-US"/>
          </a:p>
        </p:txBody>
      </p:sp>
    </p:spTree>
    <p:extLst>
      <p:ext uri="{BB962C8B-B14F-4D97-AF65-F5344CB8AC3E}">
        <p14:creationId xmlns:p14="http://schemas.microsoft.com/office/powerpoint/2010/main" val="320473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制作するにあたりプログラミング言語に</a:t>
            </a:r>
            <a:r>
              <a:rPr kumimoji="1" lang="en-US" altLang="ja-JP" dirty="0"/>
              <a:t>Java</a:t>
            </a:r>
            <a:r>
              <a:rPr kumimoji="1" lang="ja-JP" altLang="en-US" dirty="0"/>
              <a:t>を使う、ということ以外は自由に作ってもいいとのことで、趣味であるゲームに関係するものを作成しようと考えました。</a:t>
            </a:r>
            <a:endParaRPr kumimoji="1" lang="en-US" altLang="ja-JP" dirty="0"/>
          </a:p>
          <a:p>
            <a:r>
              <a:rPr kumimoji="1" lang="ja-JP" altLang="en-US" dirty="0"/>
              <a:t>目的としては、ゲームサイトの作成を通して、実際の業務に近い実践をすることで今のうちから経験を積むためという目的があります。</a:t>
            </a:r>
            <a:endParaRPr kumimoji="1" lang="en-US" altLang="ja-JP" dirty="0"/>
          </a:p>
          <a:p>
            <a:r>
              <a:rPr kumimoji="1" lang="ja-JP" altLang="en-US" dirty="0"/>
              <a:t>それでは、機能一覧に移ります</a:t>
            </a:r>
            <a:endParaRPr kumimoji="1" lang="en-US" altLang="ja-JP" dirty="0"/>
          </a:p>
        </p:txBody>
      </p:sp>
      <p:sp>
        <p:nvSpPr>
          <p:cNvPr id="4" name="スライド番号プレースホルダー 3"/>
          <p:cNvSpPr>
            <a:spLocks noGrp="1"/>
          </p:cNvSpPr>
          <p:nvPr>
            <p:ph type="sldNum" sz="quarter" idx="5"/>
          </p:nvPr>
        </p:nvSpPr>
        <p:spPr/>
        <p:txBody>
          <a:bodyPr/>
          <a:lstStyle/>
          <a:p>
            <a:fld id="{B2C9BE26-F9E7-43B9-AE9F-ED9E60566967}" type="slidenum">
              <a:rPr kumimoji="1" lang="ja-JP" altLang="en-US" smtClean="0"/>
              <a:t>3</a:t>
            </a:fld>
            <a:endParaRPr kumimoji="1" lang="ja-JP" altLang="en-US"/>
          </a:p>
        </p:txBody>
      </p:sp>
    </p:spTree>
    <p:extLst>
      <p:ext uri="{BB962C8B-B14F-4D97-AF65-F5344CB8AC3E}">
        <p14:creationId xmlns:p14="http://schemas.microsoft.com/office/powerpoint/2010/main" val="1002365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こちらが現在</a:t>
            </a:r>
            <a:r>
              <a:rPr kumimoji="1" lang="en-US" altLang="ja-JP" dirty="0"/>
              <a:t>Scot Medal Park</a:t>
            </a:r>
            <a:r>
              <a:rPr kumimoji="1" lang="ja-JP" altLang="en-US" dirty="0"/>
              <a:t>に実装しようと思っている機能一覧になります。</a:t>
            </a:r>
            <a:endParaRPr kumimoji="1" lang="en-US" altLang="ja-JP" dirty="0"/>
          </a:p>
          <a:p>
            <a:r>
              <a:rPr kumimoji="1" lang="ja-JP" altLang="en-US" dirty="0"/>
              <a:t>色の変わった部分が今回の中間発表までに作り終えた機能になります。</a:t>
            </a:r>
          </a:p>
        </p:txBody>
      </p:sp>
      <p:sp>
        <p:nvSpPr>
          <p:cNvPr id="4" name="スライド番号プレースホルダー 3"/>
          <p:cNvSpPr>
            <a:spLocks noGrp="1"/>
          </p:cNvSpPr>
          <p:nvPr>
            <p:ph type="sldNum" sz="quarter" idx="5"/>
          </p:nvPr>
        </p:nvSpPr>
        <p:spPr/>
        <p:txBody>
          <a:bodyPr/>
          <a:lstStyle/>
          <a:p>
            <a:fld id="{B2C9BE26-F9E7-43B9-AE9F-ED9E60566967}" type="slidenum">
              <a:rPr kumimoji="1" lang="ja-JP" altLang="en-US" smtClean="0"/>
              <a:t>4</a:t>
            </a:fld>
            <a:endParaRPr kumimoji="1" lang="ja-JP" altLang="en-US"/>
          </a:p>
        </p:txBody>
      </p:sp>
    </p:spTree>
    <p:extLst>
      <p:ext uri="{BB962C8B-B14F-4D97-AF65-F5344CB8AC3E}">
        <p14:creationId xmlns:p14="http://schemas.microsoft.com/office/powerpoint/2010/main" val="3136059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それでは、実演に移りたいと思います。</a:t>
            </a:r>
            <a:endParaRPr kumimoji="1" lang="en-US" altLang="ja-JP" dirty="0"/>
          </a:p>
          <a:p>
            <a:r>
              <a:rPr kumimoji="1" lang="en-US" altLang="ja-JP" dirty="0" err="1"/>
              <a:t>Testuser</a:t>
            </a:r>
            <a:r>
              <a:rPr kumimoji="1" lang="ja-JP" altLang="en-US" dirty="0"/>
              <a:t>でログイン、</a:t>
            </a:r>
            <a:r>
              <a:rPr kumimoji="1" lang="en-US" altLang="ja-JP" dirty="0" err="1"/>
              <a:t>MyMedals</a:t>
            </a:r>
            <a:r>
              <a:rPr kumimoji="1" lang="ja-JP" altLang="en-US" dirty="0"/>
              <a:t>・ランキングの説明</a:t>
            </a:r>
            <a:endParaRPr kumimoji="1" lang="en-US" altLang="ja-JP" dirty="0"/>
          </a:p>
          <a:p>
            <a:r>
              <a:rPr kumimoji="1" lang="en-US" altLang="ja-JP" dirty="0" err="1"/>
              <a:t>GameList</a:t>
            </a:r>
            <a:r>
              <a:rPr kumimoji="1" lang="ja-JP" altLang="en-US" dirty="0"/>
              <a:t>に移り少し説明、</a:t>
            </a:r>
            <a:r>
              <a:rPr kumimoji="1" lang="en-US" altLang="ja-JP" dirty="0"/>
              <a:t>High</a:t>
            </a:r>
            <a:r>
              <a:rPr kumimoji="1" lang="ja-JP" altLang="en-US" dirty="0"/>
              <a:t>＆</a:t>
            </a:r>
            <a:r>
              <a:rPr kumimoji="1" lang="en-US" altLang="ja-JP" dirty="0"/>
              <a:t>Low</a:t>
            </a:r>
            <a:r>
              <a:rPr kumimoji="1" lang="ja-JP" altLang="en-US" dirty="0"/>
              <a:t>に移る、各ボタンの説明</a:t>
            </a:r>
            <a:endParaRPr kumimoji="1" lang="en-US" altLang="ja-JP" dirty="0"/>
          </a:p>
          <a:p>
            <a:r>
              <a:rPr kumimoji="1" lang="ja-JP" altLang="en-US" dirty="0"/>
              <a:t>（所持メダル、</a:t>
            </a:r>
            <a:r>
              <a:rPr kumimoji="1" lang="en-US" altLang="ja-JP" dirty="0"/>
              <a:t>BET</a:t>
            </a:r>
            <a:r>
              <a:rPr kumimoji="1" lang="ja-JP" altLang="en-US" dirty="0"/>
              <a:t>、</a:t>
            </a:r>
            <a:r>
              <a:rPr kumimoji="1" lang="en-US" altLang="ja-JP" dirty="0"/>
              <a:t>RESET</a:t>
            </a:r>
            <a:r>
              <a:rPr kumimoji="1" lang="ja-JP" altLang="en-US" dirty="0"/>
              <a:t>、</a:t>
            </a:r>
            <a:r>
              <a:rPr kumimoji="1" lang="en-US" altLang="ja-JP" dirty="0"/>
              <a:t>HIGH/LOW</a:t>
            </a:r>
            <a:r>
              <a:rPr kumimoji="1" lang="ja-JP" altLang="en-US" dirty="0"/>
              <a:t>、</a:t>
            </a:r>
            <a:r>
              <a:rPr kumimoji="1" lang="en-US" altLang="ja-JP" dirty="0" err="1"/>
              <a:t>PopUp</a:t>
            </a:r>
            <a:r>
              <a:rPr kumimoji="1" lang="ja-JP" altLang="en-US" dirty="0"/>
              <a:t>、</a:t>
            </a:r>
            <a:r>
              <a:rPr kumimoji="1" lang="en-US" altLang="ja-JP" dirty="0"/>
              <a:t>Home</a:t>
            </a:r>
            <a:r>
              <a:rPr kumimoji="1" lang="ja-JP" altLang="en-US" dirty="0"/>
              <a:t>）</a:t>
            </a:r>
            <a:endParaRPr kumimoji="1" lang="en-US" altLang="ja-JP" dirty="0"/>
          </a:p>
          <a:p>
            <a:r>
              <a:rPr kumimoji="1" lang="ja-JP" altLang="en-US" dirty="0"/>
              <a:t>ランキングに遷移、</a:t>
            </a:r>
            <a:r>
              <a:rPr kumimoji="1" lang="en-US" altLang="ja-JP" dirty="0" err="1"/>
              <a:t>MyMedals</a:t>
            </a:r>
            <a:r>
              <a:rPr kumimoji="1" lang="ja-JP" altLang="en-US" dirty="0"/>
              <a:t>、ランキングの説明</a:t>
            </a:r>
            <a:endParaRPr kumimoji="1" lang="en-US" altLang="ja-JP" dirty="0"/>
          </a:p>
          <a:p>
            <a:r>
              <a:rPr kumimoji="1" lang="ja-JP" altLang="en-US" dirty="0"/>
              <a:t>ログイン画面に戻り、</a:t>
            </a:r>
            <a:r>
              <a:rPr kumimoji="1" lang="en-US" altLang="ja-JP" dirty="0"/>
              <a:t>testuser2</a:t>
            </a:r>
            <a:r>
              <a:rPr kumimoji="1" lang="ja-JP" altLang="en-US" dirty="0"/>
              <a:t>でログイン</a:t>
            </a:r>
            <a:endParaRPr kumimoji="1" lang="en-US" altLang="ja-JP" dirty="0"/>
          </a:p>
          <a:p>
            <a:r>
              <a:rPr kumimoji="1" lang="en-US" altLang="ja-JP" dirty="0"/>
              <a:t>Home</a:t>
            </a:r>
            <a:r>
              <a:rPr kumimoji="1" lang="ja-JP" altLang="en-US" dirty="0"/>
              <a:t>、ゲーム、ランキングで変わっている箇所の説明</a:t>
            </a:r>
            <a:endParaRPr kumimoji="1" lang="en-US" altLang="ja-JP" dirty="0"/>
          </a:p>
          <a:p>
            <a:r>
              <a:rPr kumimoji="1" lang="ja-JP" altLang="en-US" dirty="0"/>
              <a:t>まだ未実装の部分の説明</a:t>
            </a:r>
          </a:p>
        </p:txBody>
      </p:sp>
      <p:sp>
        <p:nvSpPr>
          <p:cNvPr id="4" name="スライド番号プレースホルダー 3"/>
          <p:cNvSpPr>
            <a:spLocks noGrp="1"/>
          </p:cNvSpPr>
          <p:nvPr>
            <p:ph type="sldNum" sz="quarter" idx="5"/>
          </p:nvPr>
        </p:nvSpPr>
        <p:spPr/>
        <p:txBody>
          <a:bodyPr/>
          <a:lstStyle/>
          <a:p>
            <a:fld id="{B2C9BE26-F9E7-43B9-AE9F-ED9E60566967}" type="slidenum">
              <a:rPr kumimoji="1" lang="ja-JP" altLang="en-US" smtClean="0"/>
              <a:t>5</a:t>
            </a:fld>
            <a:endParaRPr kumimoji="1" lang="ja-JP" altLang="en-US"/>
          </a:p>
        </p:txBody>
      </p:sp>
    </p:spTree>
    <p:extLst>
      <p:ext uri="{BB962C8B-B14F-4D97-AF65-F5344CB8AC3E}">
        <p14:creationId xmlns:p14="http://schemas.microsoft.com/office/powerpoint/2010/main" val="368896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最後に今後の予定についてです</a:t>
            </a:r>
            <a:endParaRPr kumimoji="1" lang="en-US" altLang="ja-JP" dirty="0"/>
          </a:p>
          <a:p>
            <a:r>
              <a:rPr kumimoji="1" lang="ja-JP" altLang="en-US" dirty="0"/>
              <a:t>まずはまだ未実装のこれら４つの機能の実装を目指していきたいと考えています。現在は新規登録・プロフィール・ログアウト機能の３つを鋭意作成中です</a:t>
            </a:r>
            <a:endParaRPr kumimoji="1" lang="en-US" altLang="ja-JP" dirty="0"/>
          </a:p>
          <a:p>
            <a:r>
              <a:rPr kumimoji="1" lang="ja-JP" altLang="en-US" dirty="0"/>
              <a:t>その後、実装されている、今後実装する機能の利便性を高めていけたらいいなと考えています</a:t>
            </a:r>
          </a:p>
        </p:txBody>
      </p:sp>
      <p:sp>
        <p:nvSpPr>
          <p:cNvPr id="4" name="スライド番号プレースホルダー 3"/>
          <p:cNvSpPr>
            <a:spLocks noGrp="1"/>
          </p:cNvSpPr>
          <p:nvPr>
            <p:ph type="sldNum" sz="quarter" idx="5"/>
          </p:nvPr>
        </p:nvSpPr>
        <p:spPr/>
        <p:txBody>
          <a:bodyPr/>
          <a:lstStyle/>
          <a:p>
            <a:fld id="{B2C9BE26-F9E7-43B9-AE9F-ED9E60566967}" type="slidenum">
              <a:rPr kumimoji="1" lang="ja-JP" altLang="en-US" smtClean="0"/>
              <a:t>6</a:t>
            </a:fld>
            <a:endParaRPr kumimoji="1" lang="ja-JP" altLang="en-US"/>
          </a:p>
        </p:txBody>
      </p:sp>
    </p:spTree>
    <p:extLst>
      <p:ext uri="{BB962C8B-B14F-4D97-AF65-F5344CB8AC3E}">
        <p14:creationId xmlns:p14="http://schemas.microsoft.com/office/powerpoint/2010/main" val="3211841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ご清聴ありがとうございました</a:t>
            </a:r>
          </a:p>
        </p:txBody>
      </p:sp>
      <p:sp>
        <p:nvSpPr>
          <p:cNvPr id="4" name="スライド番号プレースホルダー 3"/>
          <p:cNvSpPr>
            <a:spLocks noGrp="1"/>
          </p:cNvSpPr>
          <p:nvPr>
            <p:ph type="sldNum" sz="quarter" idx="5"/>
          </p:nvPr>
        </p:nvSpPr>
        <p:spPr/>
        <p:txBody>
          <a:bodyPr/>
          <a:lstStyle/>
          <a:p>
            <a:fld id="{B2C9BE26-F9E7-43B9-AE9F-ED9E60566967}" type="slidenum">
              <a:rPr kumimoji="1" lang="ja-JP" altLang="en-US" smtClean="0"/>
              <a:t>7</a:t>
            </a:fld>
            <a:endParaRPr kumimoji="1" lang="ja-JP" altLang="en-US"/>
          </a:p>
        </p:txBody>
      </p:sp>
    </p:spTree>
    <p:extLst>
      <p:ext uri="{BB962C8B-B14F-4D97-AF65-F5344CB8AC3E}">
        <p14:creationId xmlns:p14="http://schemas.microsoft.com/office/powerpoint/2010/main" val="1504351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422D73-5E68-20A0-6E42-3DD34191C16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6C5405E-1A76-E078-2EC3-0C49B87F66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37A9931-2458-BB9D-BB8A-436785753314}"/>
              </a:ext>
            </a:extLst>
          </p:cNvPr>
          <p:cNvSpPr>
            <a:spLocks noGrp="1"/>
          </p:cNvSpPr>
          <p:nvPr>
            <p:ph type="dt" sz="half" idx="10"/>
          </p:nvPr>
        </p:nvSpPr>
        <p:spPr/>
        <p:txBody>
          <a:bodyPr/>
          <a:lstStyle/>
          <a:p>
            <a:fld id="{E80C50CD-E178-4744-9B35-B2F624D6C5E9}" type="datetimeFigureOut">
              <a:rPr lang="en-US" smtClean="0"/>
              <a:pPr/>
              <a:t>12/1/2025</a:t>
            </a:fld>
            <a:endParaRPr lang="en-US"/>
          </a:p>
        </p:txBody>
      </p:sp>
      <p:sp>
        <p:nvSpPr>
          <p:cNvPr id="5" name="フッター プレースホルダー 4">
            <a:extLst>
              <a:ext uri="{FF2B5EF4-FFF2-40B4-BE49-F238E27FC236}">
                <a16:creationId xmlns:a16="http://schemas.microsoft.com/office/drawing/2014/main" id="{D3EEEF86-92E1-D810-9358-E1433E96840B}"/>
              </a:ext>
            </a:extLst>
          </p:cNvPr>
          <p:cNvSpPr>
            <a:spLocks noGrp="1"/>
          </p:cNvSpPr>
          <p:nvPr>
            <p:ph type="ftr" sz="quarter" idx="11"/>
          </p:nvPr>
        </p:nvSpPr>
        <p:spPr/>
        <p:txBody>
          <a:bodyPr/>
          <a:lstStyle/>
          <a:p>
            <a:endParaRPr lang="en-US" dirty="0"/>
          </a:p>
        </p:txBody>
      </p:sp>
      <p:sp>
        <p:nvSpPr>
          <p:cNvPr id="6" name="スライド番号プレースホルダー 5">
            <a:extLst>
              <a:ext uri="{FF2B5EF4-FFF2-40B4-BE49-F238E27FC236}">
                <a16:creationId xmlns:a16="http://schemas.microsoft.com/office/drawing/2014/main" id="{76DFB104-241D-69A7-FCDB-73B7AE7E85FE}"/>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868637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724D8C-2FE4-D7A0-F062-35E519CF7F9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4F5D766-A256-C7B4-4438-30F6E48D060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00BF7B6-0D34-06B6-CFA8-EFFDC50B15A2}"/>
              </a:ext>
            </a:extLst>
          </p:cNvPr>
          <p:cNvSpPr>
            <a:spLocks noGrp="1"/>
          </p:cNvSpPr>
          <p:nvPr>
            <p:ph type="dt" sz="half" idx="10"/>
          </p:nvPr>
        </p:nvSpPr>
        <p:spPr/>
        <p:txBody>
          <a:bodyPr/>
          <a:lstStyle/>
          <a:p>
            <a:fld id="{E80C50CD-E178-4744-9B35-B2F624D6C5E9}" type="datetimeFigureOut">
              <a:rPr lang="en-US" smtClean="0"/>
              <a:pPr/>
              <a:t>12/1/2025</a:t>
            </a:fld>
            <a:endParaRPr lang="en-US"/>
          </a:p>
        </p:txBody>
      </p:sp>
      <p:sp>
        <p:nvSpPr>
          <p:cNvPr id="5" name="フッター プレースホルダー 4">
            <a:extLst>
              <a:ext uri="{FF2B5EF4-FFF2-40B4-BE49-F238E27FC236}">
                <a16:creationId xmlns:a16="http://schemas.microsoft.com/office/drawing/2014/main" id="{648DD9FB-05AA-4D12-314E-3285F38CF193}"/>
              </a:ext>
            </a:extLst>
          </p:cNvPr>
          <p:cNvSpPr>
            <a:spLocks noGrp="1"/>
          </p:cNvSpPr>
          <p:nvPr>
            <p:ph type="ftr" sz="quarter" idx="11"/>
          </p:nvPr>
        </p:nvSpPr>
        <p:spPr/>
        <p:txBody>
          <a:bodyPr/>
          <a:lstStyle/>
          <a:p>
            <a:endParaRPr lang="en-US" dirty="0"/>
          </a:p>
        </p:txBody>
      </p:sp>
      <p:sp>
        <p:nvSpPr>
          <p:cNvPr id="6" name="スライド番号プレースホルダー 5">
            <a:extLst>
              <a:ext uri="{FF2B5EF4-FFF2-40B4-BE49-F238E27FC236}">
                <a16:creationId xmlns:a16="http://schemas.microsoft.com/office/drawing/2014/main" id="{3FBE843C-B183-EFEA-B236-10A4D4279F91}"/>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167480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DBCF2D-B888-9BB5-A7A6-3CDE4F48C42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B148BE8-7021-E118-77DE-7AD2685016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C6FD23C-980D-9ECA-18FC-97F6B8AB9389}"/>
              </a:ext>
            </a:extLst>
          </p:cNvPr>
          <p:cNvSpPr>
            <a:spLocks noGrp="1"/>
          </p:cNvSpPr>
          <p:nvPr>
            <p:ph type="dt" sz="half" idx="10"/>
          </p:nvPr>
        </p:nvSpPr>
        <p:spPr/>
        <p:txBody>
          <a:bodyPr/>
          <a:lstStyle/>
          <a:p>
            <a:fld id="{E80C50CD-E178-4744-9B35-B2F624D6C5E9}" type="datetimeFigureOut">
              <a:rPr lang="en-US" smtClean="0"/>
              <a:pPr/>
              <a:t>12/1/2025</a:t>
            </a:fld>
            <a:endParaRPr lang="en-US"/>
          </a:p>
        </p:txBody>
      </p:sp>
      <p:sp>
        <p:nvSpPr>
          <p:cNvPr id="5" name="フッター プレースホルダー 4">
            <a:extLst>
              <a:ext uri="{FF2B5EF4-FFF2-40B4-BE49-F238E27FC236}">
                <a16:creationId xmlns:a16="http://schemas.microsoft.com/office/drawing/2014/main" id="{D36A5B48-5455-D22B-81B5-7FF759EE9437}"/>
              </a:ext>
            </a:extLst>
          </p:cNvPr>
          <p:cNvSpPr>
            <a:spLocks noGrp="1"/>
          </p:cNvSpPr>
          <p:nvPr>
            <p:ph type="ftr" sz="quarter" idx="11"/>
          </p:nvPr>
        </p:nvSpPr>
        <p:spPr/>
        <p:txBody>
          <a:bodyPr/>
          <a:lstStyle/>
          <a:p>
            <a:endParaRPr lang="en-US" dirty="0"/>
          </a:p>
        </p:txBody>
      </p:sp>
      <p:sp>
        <p:nvSpPr>
          <p:cNvPr id="6" name="スライド番号プレースホルダー 5">
            <a:extLst>
              <a:ext uri="{FF2B5EF4-FFF2-40B4-BE49-F238E27FC236}">
                <a16:creationId xmlns:a16="http://schemas.microsoft.com/office/drawing/2014/main" id="{5BB2C901-04C9-BF1F-0183-22CFBA60B6FC}"/>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250975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5BCE4A-2B85-4DA4-49AD-C4A5C8933ED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8FA144D-252C-A15B-3C0D-BFF3BF6DDFA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A48E4E1-18FF-7265-F9E6-9F710038DA0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2B43ADE-9CF4-B4AB-8454-4B4A1994B66A}"/>
              </a:ext>
            </a:extLst>
          </p:cNvPr>
          <p:cNvSpPr>
            <a:spLocks noGrp="1"/>
          </p:cNvSpPr>
          <p:nvPr>
            <p:ph type="dt" sz="half" idx="10"/>
          </p:nvPr>
        </p:nvSpPr>
        <p:spPr/>
        <p:txBody>
          <a:bodyPr/>
          <a:lstStyle/>
          <a:p>
            <a:fld id="{E80C50CD-E178-4744-9B35-B2F624D6C5E9}" type="datetimeFigureOut">
              <a:rPr lang="en-US" smtClean="0"/>
              <a:pPr/>
              <a:t>12/1/2025</a:t>
            </a:fld>
            <a:endParaRPr lang="en-US"/>
          </a:p>
        </p:txBody>
      </p:sp>
      <p:sp>
        <p:nvSpPr>
          <p:cNvPr id="6" name="フッター プレースホルダー 5">
            <a:extLst>
              <a:ext uri="{FF2B5EF4-FFF2-40B4-BE49-F238E27FC236}">
                <a16:creationId xmlns:a16="http://schemas.microsoft.com/office/drawing/2014/main" id="{507F2295-923C-EFF6-0DB2-14D4DD4D8B03}"/>
              </a:ext>
            </a:extLst>
          </p:cNvPr>
          <p:cNvSpPr>
            <a:spLocks noGrp="1"/>
          </p:cNvSpPr>
          <p:nvPr>
            <p:ph type="ftr" sz="quarter" idx="11"/>
          </p:nvPr>
        </p:nvSpPr>
        <p:spPr/>
        <p:txBody>
          <a:bodyPr/>
          <a:lstStyle/>
          <a:p>
            <a:endParaRPr lang="en-US" dirty="0"/>
          </a:p>
        </p:txBody>
      </p:sp>
      <p:sp>
        <p:nvSpPr>
          <p:cNvPr id="7" name="スライド番号プレースホルダー 6">
            <a:extLst>
              <a:ext uri="{FF2B5EF4-FFF2-40B4-BE49-F238E27FC236}">
                <a16:creationId xmlns:a16="http://schemas.microsoft.com/office/drawing/2014/main" id="{5AF5BF54-A86A-16C9-0E9D-DB0B96CF011C}"/>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587126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9EF575-B041-1529-7A3E-47BDFF4E8D9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EDC4447-B522-F3B5-C3E7-423606EFC3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33F092B-EFF2-254D-6CCF-0D14A730D58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3D95499-4247-945A-5F8C-D17786BBA2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D2FFDA6-D34C-5C4C-AA51-DAB1FE3A58C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9FF384C-CD1E-9C43-5791-DAB7FAEB31A3}"/>
              </a:ext>
            </a:extLst>
          </p:cNvPr>
          <p:cNvSpPr>
            <a:spLocks noGrp="1"/>
          </p:cNvSpPr>
          <p:nvPr>
            <p:ph type="dt" sz="half" idx="10"/>
          </p:nvPr>
        </p:nvSpPr>
        <p:spPr/>
        <p:txBody>
          <a:bodyPr/>
          <a:lstStyle/>
          <a:p>
            <a:fld id="{E80C50CD-E178-4744-9B35-B2F624D6C5E9}" type="datetimeFigureOut">
              <a:rPr lang="en-US" smtClean="0"/>
              <a:pPr/>
              <a:t>12/1/2025</a:t>
            </a:fld>
            <a:endParaRPr lang="en-US"/>
          </a:p>
        </p:txBody>
      </p:sp>
      <p:sp>
        <p:nvSpPr>
          <p:cNvPr id="8" name="フッター プレースホルダー 7">
            <a:extLst>
              <a:ext uri="{FF2B5EF4-FFF2-40B4-BE49-F238E27FC236}">
                <a16:creationId xmlns:a16="http://schemas.microsoft.com/office/drawing/2014/main" id="{5EABC609-27EB-8BF4-33B4-D4AC74F664C6}"/>
              </a:ext>
            </a:extLst>
          </p:cNvPr>
          <p:cNvSpPr>
            <a:spLocks noGrp="1"/>
          </p:cNvSpPr>
          <p:nvPr>
            <p:ph type="ftr" sz="quarter" idx="11"/>
          </p:nvPr>
        </p:nvSpPr>
        <p:spPr/>
        <p:txBody>
          <a:bodyPr/>
          <a:lstStyle/>
          <a:p>
            <a:endParaRPr lang="en-US" dirty="0"/>
          </a:p>
        </p:txBody>
      </p:sp>
      <p:sp>
        <p:nvSpPr>
          <p:cNvPr id="9" name="スライド番号プレースホルダー 8">
            <a:extLst>
              <a:ext uri="{FF2B5EF4-FFF2-40B4-BE49-F238E27FC236}">
                <a16:creationId xmlns:a16="http://schemas.microsoft.com/office/drawing/2014/main" id="{E0EBCEF6-29D4-72B6-19C6-8005776FF740}"/>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643367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878A1F-45A2-31DF-D262-56C9AB40AB0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377232A-CD2B-8BCE-3F97-454E06847D40}"/>
              </a:ext>
            </a:extLst>
          </p:cNvPr>
          <p:cNvSpPr>
            <a:spLocks noGrp="1"/>
          </p:cNvSpPr>
          <p:nvPr>
            <p:ph type="dt" sz="half" idx="10"/>
          </p:nvPr>
        </p:nvSpPr>
        <p:spPr/>
        <p:txBody>
          <a:bodyPr/>
          <a:lstStyle/>
          <a:p>
            <a:fld id="{E80C50CD-E178-4744-9B35-B2F624D6C5E9}" type="datetimeFigureOut">
              <a:rPr lang="en-US" smtClean="0"/>
              <a:pPr/>
              <a:t>12/1/2025</a:t>
            </a:fld>
            <a:endParaRPr lang="en-US"/>
          </a:p>
        </p:txBody>
      </p:sp>
      <p:sp>
        <p:nvSpPr>
          <p:cNvPr id="4" name="フッター プレースホルダー 3">
            <a:extLst>
              <a:ext uri="{FF2B5EF4-FFF2-40B4-BE49-F238E27FC236}">
                <a16:creationId xmlns:a16="http://schemas.microsoft.com/office/drawing/2014/main" id="{48860D60-0600-8B21-A7B3-BAE3F784C23A}"/>
              </a:ext>
            </a:extLst>
          </p:cNvPr>
          <p:cNvSpPr>
            <a:spLocks noGrp="1"/>
          </p:cNvSpPr>
          <p:nvPr>
            <p:ph type="ftr" sz="quarter" idx="11"/>
          </p:nvPr>
        </p:nvSpPr>
        <p:spPr/>
        <p:txBody>
          <a:bodyPr/>
          <a:lstStyle/>
          <a:p>
            <a:endParaRPr lang="en-US" dirty="0"/>
          </a:p>
        </p:txBody>
      </p:sp>
      <p:sp>
        <p:nvSpPr>
          <p:cNvPr id="5" name="スライド番号プレースホルダー 4">
            <a:extLst>
              <a:ext uri="{FF2B5EF4-FFF2-40B4-BE49-F238E27FC236}">
                <a16:creationId xmlns:a16="http://schemas.microsoft.com/office/drawing/2014/main" id="{A60EC26B-C9E2-EE7A-7739-FFF17EE9F89D}"/>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151191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A57FA34-3AA1-33F6-C2B1-B55109730323}"/>
              </a:ext>
            </a:extLst>
          </p:cNvPr>
          <p:cNvSpPr>
            <a:spLocks noGrp="1"/>
          </p:cNvSpPr>
          <p:nvPr>
            <p:ph type="dt" sz="half" idx="10"/>
          </p:nvPr>
        </p:nvSpPr>
        <p:spPr/>
        <p:txBody>
          <a:bodyPr/>
          <a:lstStyle/>
          <a:p>
            <a:fld id="{E80C50CD-E178-4744-9B35-B2F624D6C5E9}" type="datetimeFigureOut">
              <a:rPr lang="en-US" smtClean="0"/>
              <a:pPr/>
              <a:t>12/1/2025</a:t>
            </a:fld>
            <a:endParaRPr lang="en-US"/>
          </a:p>
        </p:txBody>
      </p:sp>
      <p:sp>
        <p:nvSpPr>
          <p:cNvPr id="3" name="フッター プレースホルダー 2">
            <a:extLst>
              <a:ext uri="{FF2B5EF4-FFF2-40B4-BE49-F238E27FC236}">
                <a16:creationId xmlns:a16="http://schemas.microsoft.com/office/drawing/2014/main" id="{0A59548D-C523-0379-5C80-0CB548D3EA93}"/>
              </a:ext>
            </a:extLst>
          </p:cNvPr>
          <p:cNvSpPr>
            <a:spLocks noGrp="1"/>
          </p:cNvSpPr>
          <p:nvPr>
            <p:ph type="ftr" sz="quarter" idx="1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F194049B-6649-C414-97B9-411F4E2757CA}"/>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581864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283E32-B04D-72B6-F317-AAC8C7AAC59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1461AB2-9DF6-14C4-0624-0B95B35939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614F8F8-0A1A-247C-C9D6-D34589105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912FB34-21D2-71DB-DAE5-7C3B0B84674C}"/>
              </a:ext>
            </a:extLst>
          </p:cNvPr>
          <p:cNvSpPr>
            <a:spLocks noGrp="1"/>
          </p:cNvSpPr>
          <p:nvPr>
            <p:ph type="dt" sz="half" idx="10"/>
          </p:nvPr>
        </p:nvSpPr>
        <p:spPr/>
        <p:txBody>
          <a:bodyPr/>
          <a:lstStyle/>
          <a:p>
            <a:fld id="{E80C50CD-E178-4744-9B35-B2F624D6C5E9}" type="datetimeFigureOut">
              <a:rPr lang="en-US" smtClean="0"/>
              <a:pPr/>
              <a:t>12/1/2025</a:t>
            </a:fld>
            <a:endParaRPr lang="en-US"/>
          </a:p>
        </p:txBody>
      </p:sp>
      <p:sp>
        <p:nvSpPr>
          <p:cNvPr id="6" name="フッター プレースホルダー 5">
            <a:extLst>
              <a:ext uri="{FF2B5EF4-FFF2-40B4-BE49-F238E27FC236}">
                <a16:creationId xmlns:a16="http://schemas.microsoft.com/office/drawing/2014/main" id="{799DD8D7-48B9-128E-6960-5585D36FDE5E}"/>
              </a:ext>
            </a:extLst>
          </p:cNvPr>
          <p:cNvSpPr>
            <a:spLocks noGrp="1"/>
          </p:cNvSpPr>
          <p:nvPr>
            <p:ph type="ftr" sz="quarter" idx="11"/>
          </p:nvPr>
        </p:nvSpPr>
        <p:spPr/>
        <p:txBody>
          <a:bodyPr/>
          <a:lstStyle/>
          <a:p>
            <a:endParaRPr lang="en-US" dirty="0"/>
          </a:p>
        </p:txBody>
      </p:sp>
      <p:sp>
        <p:nvSpPr>
          <p:cNvPr id="7" name="スライド番号プレースホルダー 6">
            <a:extLst>
              <a:ext uri="{FF2B5EF4-FFF2-40B4-BE49-F238E27FC236}">
                <a16:creationId xmlns:a16="http://schemas.microsoft.com/office/drawing/2014/main" id="{0186D469-9FE8-3D55-B4C8-25AFDB8A8026}"/>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1016764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13D693-D984-C94F-B5D2-A3E8F3592B6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53F6B93-7AEA-40A8-EEBD-9CDBE571AE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B42FFED-A37D-C5E2-DC14-B81520D143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C0F0EF3-4607-A1A6-5300-9D675AF4E8EB}"/>
              </a:ext>
            </a:extLst>
          </p:cNvPr>
          <p:cNvSpPr>
            <a:spLocks noGrp="1"/>
          </p:cNvSpPr>
          <p:nvPr>
            <p:ph type="dt" sz="half" idx="10"/>
          </p:nvPr>
        </p:nvSpPr>
        <p:spPr/>
        <p:txBody>
          <a:bodyPr/>
          <a:lstStyle/>
          <a:p>
            <a:fld id="{E80C50CD-E178-4744-9B35-B2F624D6C5E9}" type="datetimeFigureOut">
              <a:rPr lang="en-US" smtClean="0"/>
              <a:pPr/>
              <a:t>12/1/2025</a:t>
            </a:fld>
            <a:endParaRPr lang="en-US"/>
          </a:p>
        </p:txBody>
      </p:sp>
      <p:sp>
        <p:nvSpPr>
          <p:cNvPr id="6" name="フッター プレースホルダー 5">
            <a:extLst>
              <a:ext uri="{FF2B5EF4-FFF2-40B4-BE49-F238E27FC236}">
                <a16:creationId xmlns:a16="http://schemas.microsoft.com/office/drawing/2014/main" id="{DD46B3F2-1853-02A9-9923-E72BCA864116}"/>
              </a:ext>
            </a:extLst>
          </p:cNvPr>
          <p:cNvSpPr>
            <a:spLocks noGrp="1"/>
          </p:cNvSpPr>
          <p:nvPr>
            <p:ph type="ftr" sz="quarter" idx="11"/>
          </p:nvPr>
        </p:nvSpPr>
        <p:spPr/>
        <p:txBody>
          <a:bodyPr/>
          <a:lstStyle/>
          <a:p>
            <a:endParaRPr lang="en-US" dirty="0"/>
          </a:p>
        </p:txBody>
      </p:sp>
      <p:sp>
        <p:nvSpPr>
          <p:cNvPr id="7" name="スライド番号プレースホルダー 6">
            <a:extLst>
              <a:ext uri="{FF2B5EF4-FFF2-40B4-BE49-F238E27FC236}">
                <a16:creationId xmlns:a16="http://schemas.microsoft.com/office/drawing/2014/main" id="{8770C58E-7873-C646-173F-8BE0C02960E0}"/>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74609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67A548-8AF6-8279-43A1-4490B3B40E5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74AF43-8C17-738B-971A-B64EEB879F9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00EDAE6-B716-7C20-EE60-A165E8BE34FE}"/>
              </a:ext>
            </a:extLst>
          </p:cNvPr>
          <p:cNvSpPr>
            <a:spLocks noGrp="1"/>
          </p:cNvSpPr>
          <p:nvPr>
            <p:ph type="dt" sz="half" idx="10"/>
          </p:nvPr>
        </p:nvSpPr>
        <p:spPr/>
        <p:txBody>
          <a:bodyPr/>
          <a:lstStyle/>
          <a:p>
            <a:fld id="{E80C50CD-E178-4744-9B35-B2F624D6C5E9}" type="datetimeFigureOut">
              <a:rPr lang="en-US" smtClean="0"/>
              <a:pPr/>
              <a:t>12/1/2025</a:t>
            </a:fld>
            <a:endParaRPr lang="en-US"/>
          </a:p>
        </p:txBody>
      </p:sp>
      <p:sp>
        <p:nvSpPr>
          <p:cNvPr id="5" name="フッター プレースホルダー 4">
            <a:extLst>
              <a:ext uri="{FF2B5EF4-FFF2-40B4-BE49-F238E27FC236}">
                <a16:creationId xmlns:a16="http://schemas.microsoft.com/office/drawing/2014/main" id="{7F605D5D-18EE-8542-BAE2-7502FAB5377C}"/>
              </a:ext>
            </a:extLst>
          </p:cNvPr>
          <p:cNvSpPr>
            <a:spLocks noGrp="1"/>
          </p:cNvSpPr>
          <p:nvPr>
            <p:ph type="ftr" sz="quarter" idx="11"/>
          </p:nvPr>
        </p:nvSpPr>
        <p:spPr/>
        <p:txBody>
          <a:bodyPr/>
          <a:lstStyle/>
          <a:p>
            <a:endParaRPr lang="en-US" dirty="0"/>
          </a:p>
        </p:txBody>
      </p:sp>
      <p:sp>
        <p:nvSpPr>
          <p:cNvPr id="6" name="スライド番号プレースホルダー 5">
            <a:extLst>
              <a:ext uri="{FF2B5EF4-FFF2-40B4-BE49-F238E27FC236}">
                <a16:creationId xmlns:a16="http://schemas.microsoft.com/office/drawing/2014/main" id="{982DAAD2-9BC5-FD35-CB6A-4CBAC280D516}"/>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143344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36C89FA-93F8-8D08-CF60-7BA6AD40B79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CD84578-250C-F6F8-898E-1CA3C337252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FE2456C-5940-C759-2158-ED007CCD454C}"/>
              </a:ext>
            </a:extLst>
          </p:cNvPr>
          <p:cNvSpPr>
            <a:spLocks noGrp="1"/>
          </p:cNvSpPr>
          <p:nvPr>
            <p:ph type="dt" sz="half" idx="10"/>
          </p:nvPr>
        </p:nvSpPr>
        <p:spPr/>
        <p:txBody>
          <a:bodyPr/>
          <a:lstStyle/>
          <a:p>
            <a:fld id="{E80C50CD-E178-4744-9B35-B2F624D6C5E9}" type="datetimeFigureOut">
              <a:rPr lang="en-US" smtClean="0"/>
              <a:pPr/>
              <a:t>12/1/2025</a:t>
            </a:fld>
            <a:endParaRPr lang="en-US"/>
          </a:p>
        </p:txBody>
      </p:sp>
      <p:sp>
        <p:nvSpPr>
          <p:cNvPr id="5" name="フッター プレースホルダー 4">
            <a:extLst>
              <a:ext uri="{FF2B5EF4-FFF2-40B4-BE49-F238E27FC236}">
                <a16:creationId xmlns:a16="http://schemas.microsoft.com/office/drawing/2014/main" id="{9BA1AD58-E269-A1A4-9EA6-7EA68B1A0B50}"/>
              </a:ext>
            </a:extLst>
          </p:cNvPr>
          <p:cNvSpPr>
            <a:spLocks noGrp="1"/>
          </p:cNvSpPr>
          <p:nvPr>
            <p:ph type="ftr" sz="quarter" idx="11"/>
          </p:nvPr>
        </p:nvSpPr>
        <p:spPr/>
        <p:txBody>
          <a:bodyPr/>
          <a:lstStyle/>
          <a:p>
            <a:endParaRPr lang="en-US" dirty="0"/>
          </a:p>
        </p:txBody>
      </p:sp>
      <p:sp>
        <p:nvSpPr>
          <p:cNvPr id="6" name="スライド番号プレースホルダー 5">
            <a:extLst>
              <a:ext uri="{FF2B5EF4-FFF2-40B4-BE49-F238E27FC236}">
                <a16:creationId xmlns:a16="http://schemas.microsoft.com/office/drawing/2014/main" id="{918DC041-5661-4EB3-B394-3E37C4C21787}"/>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870569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9F7354D-BD8B-B161-39CE-3B79344730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CBFD1B3-B0BD-2252-07EF-CAAAFB6DD7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4261D4F-EF69-F6DA-474D-72EB0BB0B1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0C50CD-E178-4744-9B35-B2F624D6C5E9}" type="datetimeFigureOut">
              <a:rPr lang="en-US" smtClean="0"/>
              <a:pPr/>
              <a:t>12/1/2025</a:t>
            </a:fld>
            <a:endParaRPr lang="en-US"/>
          </a:p>
        </p:txBody>
      </p:sp>
      <p:sp>
        <p:nvSpPr>
          <p:cNvPr id="5" name="フッター プレースホルダー 4">
            <a:extLst>
              <a:ext uri="{FF2B5EF4-FFF2-40B4-BE49-F238E27FC236}">
                <a16:creationId xmlns:a16="http://schemas.microsoft.com/office/drawing/2014/main" id="{A2794607-FE3B-BC76-D1AA-C81A6CD0B9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スライド番号プレースホルダー 5">
            <a:extLst>
              <a:ext uri="{FF2B5EF4-FFF2-40B4-BE49-F238E27FC236}">
                <a16:creationId xmlns:a16="http://schemas.microsoft.com/office/drawing/2014/main" id="{5D8D8D44-F4AD-A19A-E0B7-F07A1A924A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410312646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三角形を形成するように整列されたネオン レーザー光">
            <a:extLst>
              <a:ext uri="{FF2B5EF4-FFF2-40B4-BE49-F238E27FC236}">
                <a16:creationId xmlns:a16="http://schemas.microsoft.com/office/drawing/2014/main" id="{D273E6FB-CCAB-FF9A-C0AB-8BEBBB98B883}"/>
              </a:ext>
            </a:extLst>
          </p:cNvPr>
          <p:cNvPicPr>
            <a:picLocks noChangeAspect="1"/>
          </p:cNvPicPr>
          <p:nvPr/>
        </p:nvPicPr>
        <p:blipFill>
          <a:blip r:embed="rId3">
            <a:alphaModFix amt="40000"/>
          </a:blip>
          <a:srcRect t="8308" b="1692"/>
          <a:stretch>
            <a:fillRect/>
          </a:stretch>
        </p:blipFill>
        <p:spPr>
          <a:xfrm>
            <a:off x="-2" y="-4"/>
            <a:ext cx="12192001" cy="6858001"/>
          </a:xfrm>
          <a:prstGeom prst="rect">
            <a:avLst/>
          </a:prstGeom>
        </p:spPr>
      </p:pic>
      <p:sp>
        <p:nvSpPr>
          <p:cNvPr id="2" name="タイトル 1">
            <a:extLst>
              <a:ext uri="{FF2B5EF4-FFF2-40B4-BE49-F238E27FC236}">
                <a16:creationId xmlns:a16="http://schemas.microsoft.com/office/drawing/2014/main" id="{84D06A9B-4198-B345-B93F-B3987868F282}"/>
              </a:ext>
            </a:extLst>
          </p:cNvPr>
          <p:cNvSpPr>
            <a:spLocks noGrp="1"/>
          </p:cNvSpPr>
          <p:nvPr>
            <p:ph type="ctrTitle"/>
          </p:nvPr>
        </p:nvSpPr>
        <p:spPr>
          <a:xfrm>
            <a:off x="-444054" y="1018555"/>
            <a:ext cx="7018557" cy="3018405"/>
          </a:xfrm>
        </p:spPr>
        <p:txBody>
          <a:bodyPr anchor="t">
            <a:normAutofit/>
          </a:bodyPr>
          <a:lstStyle/>
          <a:p>
            <a:r>
              <a:rPr kumimoji="1" lang="en-US" altLang="ja-JP" sz="8800" dirty="0">
                <a:solidFill>
                  <a:srgbClr val="FFFFFF"/>
                </a:solidFill>
                <a:latin typeface="PMingLiU-ExtB" panose="02020500000000000000" pitchFamily="18" charset="-120"/>
                <a:ea typeface="PMingLiU-ExtB" panose="02020500000000000000" pitchFamily="18" charset="-120"/>
              </a:rPr>
              <a:t>Scot Medal Park</a:t>
            </a:r>
            <a:endParaRPr kumimoji="1" lang="ja-JP" altLang="en-US" sz="8800" dirty="0">
              <a:solidFill>
                <a:srgbClr val="FFFFFF"/>
              </a:solidFill>
              <a:latin typeface="PMingLiU-ExtB" panose="02020500000000000000" pitchFamily="18" charset="-120"/>
            </a:endParaRPr>
          </a:p>
        </p:txBody>
      </p:sp>
      <p:sp>
        <p:nvSpPr>
          <p:cNvPr id="5" name="テキスト ボックス 4">
            <a:extLst>
              <a:ext uri="{FF2B5EF4-FFF2-40B4-BE49-F238E27FC236}">
                <a16:creationId xmlns:a16="http://schemas.microsoft.com/office/drawing/2014/main" id="{B8CD15FA-A60B-2184-ABCA-F9A513931106}"/>
              </a:ext>
            </a:extLst>
          </p:cNvPr>
          <p:cNvSpPr txBox="1"/>
          <p:nvPr/>
        </p:nvSpPr>
        <p:spPr>
          <a:xfrm>
            <a:off x="8279386" y="5885411"/>
            <a:ext cx="3790694" cy="646331"/>
          </a:xfrm>
          <a:prstGeom prst="rect">
            <a:avLst/>
          </a:prstGeom>
          <a:noFill/>
        </p:spPr>
        <p:txBody>
          <a:bodyPr wrap="square" rtlCol="0">
            <a:spAutoFit/>
          </a:bodyPr>
          <a:lstStyle/>
          <a:p>
            <a:r>
              <a:rPr kumimoji="1" lang="en-US" altLang="ja-JP" sz="3600" dirty="0">
                <a:latin typeface="HGS明朝B" panose="02020800000000000000" pitchFamily="18" charset="-128"/>
                <a:ea typeface="HGS明朝B" panose="02020800000000000000" pitchFamily="18" charset="-128"/>
              </a:rPr>
              <a:t>N242322</a:t>
            </a:r>
            <a:r>
              <a:rPr kumimoji="1" lang="ja-JP" altLang="en-US" sz="3600" dirty="0">
                <a:latin typeface="HGS明朝B" panose="02020800000000000000" pitchFamily="18" charset="-128"/>
                <a:ea typeface="HGS明朝B" panose="02020800000000000000" pitchFamily="18" charset="-128"/>
              </a:rPr>
              <a:t>　藁科光</a:t>
            </a:r>
          </a:p>
        </p:txBody>
      </p:sp>
    </p:spTree>
    <p:extLst>
      <p:ext uri="{BB962C8B-B14F-4D97-AF65-F5344CB8AC3E}">
        <p14:creationId xmlns:p14="http://schemas.microsoft.com/office/powerpoint/2010/main" val="146628956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2B9251B-D4AF-C1E2-29C4-2B6678C1B00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三角形を形成するように整列されたネオン レーザー光">
            <a:extLst>
              <a:ext uri="{FF2B5EF4-FFF2-40B4-BE49-F238E27FC236}">
                <a16:creationId xmlns:a16="http://schemas.microsoft.com/office/drawing/2014/main" id="{944B5645-CF27-747D-569C-D9B11097642B}"/>
              </a:ext>
            </a:extLst>
          </p:cNvPr>
          <p:cNvPicPr>
            <a:picLocks noChangeAspect="1"/>
          </p:cNvPicPr>
          <p:nvPr/>
        </p:nvPicPr>
        <p:blipFill>
          <a:blip r:embed="rId3">
            <a:alphaModFix amt="50000"/>
          </a:blip>
          <a:srcRect t="8308" b="1692"/>
          <a:stretch>
            <a:fillRect/>
          </a:stretch>
        </p:blipFill>
        <p:spPr>
          <a:xfrm>
            <a:off x="20" y="1"/>
            <a:ext cx="12191980" cy="6857999"/>
          </a:xfrm>
          <a:prstGeom prst="rect">
            <a:avLst/>
          </a:prstGeom>
        </p:spPr>
      </p:pic>
      <p:sp>
        <p:nvSpPr>
          <p:cNvPr id="12" name="楕円 11">
            <a:extLst>
              <a:ext uri="{FF2B5EF4-FFF2-40B4-BE49-F238E27FC236}">
                <a16:creationId xmlns:a16="http://schemas.microsoft.com/office/drawing/2014/main" id="{6DC84788-48E8-4ADB-8A75-B377E27B6831}"/>
              </a:ext>
            </a:extLst>
          </p:cNvPr>
          <p:cNvSpPr/>
          <p:nvPr/>
        </p:nvSpPr>
        <p:spPr>
          <a:xfrm>
            <a:off x="647700" y="431799"/>
            <a:ext cx="3022600" cy="2997200"/>
          </a:xfrm>
          <a:prstGeom prst="ellipse">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lang="ja-JP" altLang="en-US" sz="4000" b="1" dirty="0"/>
              <a:t>背景</a:t>
            </a:r>
            <a:endParaRPr lang="en-US" altLang="ja-JP" sz="4000" b="1" dirty="0"/>
          </a:p>
          <a:p>
            <a:pPr algn="ctr"/>
            <a:r>
              <a:rPr kumimoji="1" lang="ja-JP" altLang="en-US" sz="4000" b="1" dirty="0"/>
              <a:t>・</a:t>
            </a:r>
            <a:endParaRPr kumimoji="1" lang="en-US" altLang="ja-JP" sz="4000" b="1" dirty="0"/>
          </a:p>
          <a:p>
            <a:pPr algn="ctr"/>
            <a:r>
              <a:rPr lang="ja-JP" altLang="en-US" sz="4000" b="1" dirty="0"/>
              <a:t>目的</a:t>
            </a:r>
            <a:endParaRPr kumimoji="1" lang="ja-JP" altLang="en-US" sz="4000" b="1" dirty="0"/>
          </a:p>
        </p:txBody>
      </p:sp>
      <p:sp>
        <p:nvSpPr>
          <p:cNvPr id="13" name="楕円 12">
            <a:extLst>
              <a:ext uri="{FF2B5EF4-FFF2-40B4-BE49-F238E27FC236}">
                <a16:creationId xmlns:a16="http://schemas.microsoft.com/office/drawing/2014/main" id="{5798BD99-CE9F-555F-98EB-EA68FFC215A1}"/>
              </a:ext>
            </a:extLst>
          </p:cNvPr>
          <p:cNvSpPr/>
          <p:nvPr/>
        </p:nvSpPr>
        <p:spPr>
          <a:xfrm>
            <a:off x="8521700" y="3428999"/>
            <a:ext cx="3022600" cy="299720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sz="4000" b="1" dirty="0"/>
              <a:t>今後</a:t>
            </a:r>
          </a:p>
        </p:txBody>
      </p:sp>
      <p:sp>
        <p:nvSpPr>
          <p:cNvPr id="14" name="楕円 13">
            <a:extLst>
              <a:ext uri="{FF2B5EF4-FFF2-40B4-BE49-F238E27FC236}">
                <a16:creationId xmlns:a16="http://schemas.microsoft.com/office/drawing/2014/main" id="{97ADD703-4C8E-5A43-9A6E-40A9D6265CC7}"/>
              </a:ext>
            </a:extLst>
          </p:cNvPr>
          <p:cNvSpPr/>
          <p:nvPr/>
        </p:nvSpPr>
        <p:spPr>
          <a:xfrm>
            <a:off x="5880100" y="431799"/>
            <a:ext cx="3022600" cy="29972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ja-JP" altLang="en-US" sz="4000" b="1" dirty="0"/>
              <a:t>実演</a:t>
            </a:r>
          </a:p>
        </p:txBody>
      </p:sp>
      <p:sp>
        <p:nvSpPr>
          <p:cNvPr id="15" name="楕円 14">
            <a:extLst>
              <a:ext uri="{FF2B5EF4-FFF2-40B4-BE49-F238E27FC236}">
                <a16:creationId xmlns:a16="http://schemas.microsoft.com/office/drawing/2014/main" id="{877F4616-5351-765A-6D3C-57FE06FFE116}"/>
              </a:ext>
            </a:extLst>
          </p:cNvPr>
          <p:cNvSpPr/>
          <p:nvPr/>
        </p:nvSpPr>
        <p:spPr>
          <a:xfrm>
            <a:off x="3289300" y="3428999"/>
            <a:ext cx="3022600" cy="29972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4000" b="1" dirty="0"/>
              <a:t>機能</a:t>
            </a:r>
            <a:endParaRPr kumimoji="1" lang="en-US" altLang="ja-JP" sz="4000" b="1" dirty="0"/>
          </a:p>
          <a:p>
            <a:pPr algn="ctr"/>
            <a:r>
              <a:rPr kumimoji="1" lang="ja-JP" altLang="en-US" sz="4000" b="1" dirty="0"/>
              <a:t>一覧</a:t>
            </a:r>
          </a:p>
        </p:txBody>
      </p:sp>
    </p:spTree>
    <p:extLst>
      <p:ext uri="{BB962C8B-B14F-4D97-AF65-F5344CB8AC3E}">
        <p14:creationId xmlns:p14="http://schemas.microsoft.com/office/powerpoint/2010/main" val="91179811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37FD6B24-3B50-DE89-2A71-AA23A4A5C671}"/>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三角形を形成するように整列されたネオン レーザー光">
            <a:extLst>
              <a:ext uri="{FF2B5EF4-FFF2-40B4-BE49-F238E27FC236}">
                <a16:creationId xmlns:a16="http://schemas.microsoft.com/office/drawing/2014/main" id="{18D7EF20-6053-D8D5-D9B4-827A2B08B908}"/>
              </a:ext>
            </a:extLst>
          </p:cNvPr>
          <p:cNvPicPr>
            <a:picLocks noChangeAspect="1"/>
          </p:cNvPicPr>
          <p:nvPr/>
        </p:nvPicPr>
        <p:blipFill>
          <a:blip r:embed="rId3">
            <a:alphaModFix amt="50000"/>
          </a:blip>
          <a:srcRect t="8308" b="1692"/>
          <a:stretch>
            <a:fillRect/>
          </a:stretch>
        </p:blipFill>
        <p:spPr>
          <a:xfrm>
            <a:off x="20" y="1"/>
            <a:ext cx="12191980" cy="6857999"/>
          </a:xfrm>
          <a:prstGeom prst="rect">
            <a:avLst/>
          </a:prstGeom>
        </p:spPr>
      </p:pic>
      <p:sp>
        <p:nvSpPr>
          <p:cNvPr id="5" name="テキスト ボックス 4">
            <a:extLst>
              <a:ext uri="{FF2B5EF4-FFF2-40B4-BE49-F238E27FC236}">
                <a16:creationId xmlns:a16="http://schemas.microsoft.com/office/drawing/2014/main" id="{014A2C18-EF05-08F8-3550-48A31BD4B333}"/>
              </a:ext>
            </a:extLst>
          </p:cNvPr>
          <p:cNvSpPr txBox="1"/>
          <p:nvPr/>
        </p:nvSpPr>
        <p:spPr>
          <a:xfrm>
            <a:off x="1081629" y="1980631"/>
            <a:ext cx="6636527" cy="1200329"/>
          </a:xfrm>
          <a:prstGeom prst="rect">
            <a:avLst/>
          </a:prstGeom>
          <a:noFill/>
        </p:spPr>
        <p:txBody>
          <a:bodyPr wrap="square" rtlCol="0">
            <a:spAutoFit/>
          </a:bodyPr>
          <a:lstStyle/>
          <a:p>
            <a:r>
              <a:rPr kumimoji="1" lang="ja-JP" altLang="en-US" sz="3600" b="1" dirty="0">
                <a:solidFill>
                  <a:schemeClr val="accent2">
                    <a:lumMod val="20000"/>
                    <a:lumOff val="80000"/>
                  </a:schemeClr>
                </a:solidFill>
              </a:rPr>
              <a:t>趣味であるゲームに関係するものを作成しようと考えた。</a:t>
            </a:r>
          </a:p>
        </p:txBody>
      </p:sp>
      <p:sp>
        <p:nvSpPr>
          <p:cNvPr id="6" name="テキスト ボックス 5">
            <a:extLst>
              <a:ext uri="{FF2B5EF4-FFF2-40B4-BE49-F238E27FC236}">
                <a16:creationId xmlns:a16="http://schemas.microsoft.com/office/drawing/2014/main" id="{A8504902-AFE2-C29B-846E-196CB3935EF3}"/>
              </a:ext>
            </a:extLst>
          </p:cNvPr>
          <p:cNvSpPr txBox="1"/>
          <p:nvPr/>
        </p:nvSpPr>
        <p:spPr>
          <a:xfrm>
            <a:off x="1086366" y="3907977"/>
            <a:ext cx="7187578" cy="1754326"/>
          </a:xfrm>
          <a:prstGeom prst="rect">
            <a:avLst/>
          </a:prstGeom>
          <a:noFill/>
        </p:spPr>
        <p:txBody>
          <a:bodyPr wrap="square" rtlCol="0">
            <a:spAutoFit/>
          </a:bodyPr>
          <a:lstStyle/>
          <a:p>
            <a:r>
              <a:rPr kumimoji="1" lang="ja-JP" altLang="en-US" sz="3600" b="1" dirty="0">
                <a:solidFill>
                  <a:schemeClr val="accent2">
                    <a:lumMod val="20000"/>
                    <a:lumOff val="80000"/>
                  </a:schemeClr>
                </a:solidFill>
              </a:rPr>
              <a:t>ゲームサイトの作成を通して、</a:t>
            </a:r>
            <a:r>
              <a:rPr kumimoji="1" lang="en-US" altLang="ja-JP" sz="3600" b="1" dirty="0">
                <a:solidFill>
                  <a:schemeClr val="accent2">
                    <a:lumMod val="20000"/>
                    <a:lumOff val="80000"/>
                  </a:schemeClr>
                </a:solidFill>
              </a:rPr>
              <a:t>Java</a:t>
            </a:r>
            <a:r>
              <a:rPr kumimoji="1" lang="ja-JP" altLang="en-US" sz="3600" b="1" dirty="0">
                <a:solidFill>
                  <a:schemeClr val="accent2">
                    <a:lumMod val="20000"/>
                    <a:lumOff val="80000"/>
                  </a:schemeClr>
                </a:solidFill>
              </a:rPr>
              <a:t>やそれと併用されている技術の経験を積むため。</a:t>
            </a:r>
          </a:p>
        </p:txBody>
      </p:sp>
      <p:sp>
        <p:nvSpPr>
          <p:cNvPr id="7" name="タイトル 1">
            <a:extLst>
              <a:ext uri="{FF2B5EF4-FFF2-40B4-BE49-F238E27FC236}">
                <a16:creationId xmlns:a16="http://schemas.microsoft.com/office/drawing/2014/main" id="{3F47CFC0-9FD5-05D9-A560-1B11F4DE43B2}"/>
              </a:ext>
            </a:extLst>
          </p:cNvPr>
          <p:cNvSpPr txBox="1">
            <a:spLocks/>
          </p:cNvSpPr>
          <p:nvPr/>
        </p:nvSpPr>
        <p:spPr>
          <a:xfrm>
            <a:off x="357132" y="348172"/>
            <a:ext cx="4684768" cy="120032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ja-JP" altLang="en-US" sz="7200" b="1" dirty="0">
                <a:solidFill>
                  <a:srgbClr val="FFFFFF"/>
                </a:solidFill>
                <a:latin typeface="PMingLiU-ExtB" panose="02020500000000000000" pitchFamily="18" charset="-120"/>
              </a:rPr>
              <a:t>背景・目的</a:t>
            </a:r>
          </a:p>
        </p:txBody>
      </p:sp>
    </p:spTree>
    <p:extLst>
      <p:ext uri="{BB962C8B-B14F-4D97-AF65-F5344CB8AC3E}">
        <p14:creationId xmlns:p14="http://schemas.microsoft.com/office/powerpoint/2010/main" val="130170546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3A0D39B-1044-7B83-FCC3-265F24ADDE2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三角形を形成するように整列されたネオン レーザー光">
            <a:extLst>
              <a:ext uri="{FF2B5EF4-FFF2-40B4-BE49-F238E27FC236}">
                <a16:creationId xmlns:a16="http://schemas.microsoft.com/office/drawing/2014/main" id="{D1F5D926-27FF-C3EB-2E0F-D02FF0854B87}"/>
              </a:ext>
            </a:extLst>
          </p:cNvPr>
          <p:cNvPicPr>
            <a:picLocks noChangeAspect="1"/>
          </p:cNvPicPr>
          <p:nvPr/>
        </p:nvPicPr>
        <p:blipFill>
          <a:blip r:embed="rId3">
            <a:alphaModFix amt="50000"/>
          </a:blip>
          <a:srcRect t="8308" b="1692"/>
          <a:stretch>
            <a:fillRect/>
          </a:stretch>
        </p:blipFill>
        <p:spPr>
          <a:xfrm>
            <a:off x="20" y="1"/>
            <a:ext cx="12191980" cy="6857999"/>
          </a:xfrm>
          <a:prstGeom prst="rect">
            <a:avLst/>
          </a:prstGeom>
        </p:spPr>
      </p:pic>
      <p:sp>
        <p:nvSpPr>
          <p:cNvPr id="6" name="タイトル 1">
            <a:extLst>
              <a:ext uri="{FF2B5EF4-FFF2-40B4-BE49-F238E27FC236}">
                <a16:creationId xmlns:a16="http://schemas.microsoft.com/office/drawing/2014/main" id="{AF3B8C83-9F77-9B81-EFDF-517E477EDCA2}"/>
              </a:ext>
            </a:extLst>
          </p:cNvPr>
          <p:cNvSpPr txBox="1">
            <a:spLocks/>
          </p:cNvSpPr>
          <p:nvPr/>
        </p:nvSpPr>
        <p:spPr>
          <a:xfrm>
            <a:off x="357132" y="348172"/>
            <a:ext cx="3784600" cy="1148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ja-JP" altLang="en-US" sz="7200" b="1" dirty="0">
                <a:solidFill>
                  <a:srgbClr val="FFFFFF"/>
                </a:solidFill>
                <a:latin typeface="PMingLiU-ExtB" panose="02020500000000000000" pitchFamily="18" charset="-120"/>
              </a:rPr>
              <a:t>機能一覧</a:t>
            </a:r>
          </a:p>
        </p:txBody>
      </p:sp>
      <p:sp>
        <p:nvSpPr>
          <p:cNvPr id="12" name="テキスト ボックス 11">
            <a:extLst>
              <a:ext uri="{FF2B5EF4-FFF2-40B4-BE49-F238E27FC236}">
                <a16:creationId xmlns:a16="http://schemas.microsoft.com/office/drawing/2014/main" id="{A81A7AC2-8FCC-CD17-F17F-F2549A2B36B2}"/>
              </a:ext>
            </a:extLst>
          </p:cNvPr>
          <p:cNvSpPr txBox="1"/>
          <p:nvPr/>
        </p:nvSpPr>
        <p:spPr>
          <a:xfrm>
            <a:off x="1548196" y="939151"/>
            <a:ext cx="3885358" cy="5327869"/>
          </a:xfrm>
          <a:prstGeom prst="rect">
            <a:avLst/>
          </a:prstGeom>
          <a:noFill/>
        </p:spPr>
        <p:txBody>
          <a:bodyPr wrap="square" rtlCol="0">
            <a:spAutoFit/>
          </a:bodyPr>
          <a:lstStyle/>
          <a:p>
            <a:pPr>
              <a:lnSpc>
                <a:spcPct val="200000"/>
              </a:lnSpc>
            </a:pPr>
            <a:r>
              <a:rPr kumimoji="1" lang="ja-JP" altLang="en-US" sz="4400" b="1" dirty="0">
                <a:solidFill>
                  <a:schemeClr val="accent2">
                    <a:lumMod val="20000"/>
                    <a:lumOff val="80000"/>
                  </a:schemeClr>
                </a:solidFill>
              </a:rPr>
              <a:t>・ログイン</a:t>
            </a:r>
            <a:endParaRPr lang="en-US" altLang="ja-JP" sz="4400" b="1" dirty="0">
              <a:solidFill>
                <a:schemeClr val="accent2">
                  <a:lumMod val="20000"/>
                  <a:lumOff val="80000"/>
                </a:schemeClr>
              </a:solidFill>
            </a:endParaRPr>
          </a:p>
          <a:p>
            <a:pPr>
              <a:lnSpc>
                <a:spcPct val="200000"/>
              </a:lnSpc>
            </a:pPr>
            <a:r>
              <a:rPr kumimoji="1" lang="ja-JP" altLang="en-US" sz="4400" b="1" dirty="0">
                <a:solidFill>
                  <a:schemeClr val="accent2">
                    <a:lumMod val="20000"/>
                    <a:lumOff val="80000"/>
                  </a:schemeClr>
                </a:solidFill>
              </a:rPr>
              <a:t>・ログアウト</a:t>
            </a:r>
            <a:endParaRPr kumimoji="1" lang="en-US" altLang="ja-JP" sz="4400" b="1" dirty="0">
              <a:solidFill>
                <a:schemeClr val="accent2">
                  <a:lumMod val="20000"/>
                  <a:lumOff val="80000"/>
                </a:schemeClr>
              </a:solidFill>
            </a:endParaRPr>
          </a:p>
          <a:p>
            <a:pPr>
              <a:lnSpc>
                <a:spcPct val="200000"/>
              </a:lnSpc>
            </a:pPr>
            <a:r>
              <a:rPr lang="ja-JP" altLang="en-US" sz="4400" b="1" dirty="0">
                <a:solidFill>
                  <a:schemeClr val="accent2">
                    <a:lumMod val="20000"/>
                    <a:lumOff val="80000"/>
                  </a:schemeClr>
                </a:solidFill>
              </a:rPr>
              <a:t>・ゲーム</a:t>
            </a:r>
            <a:endParaRPr lang="en-US" altLang="ja-JP" sz="4400" b="1" dirty="0">
              <a:solidFill>
                <a:schemeClr val="accent2">
                  <a:lumMod val="20000"/>
                  <a:lumOff val="80000"/>
                </a:schemeClr>
              </a:solidFill>
            </a:endParaRPr>
          </a:p>
          <a:p>
            <a:pPr>
              <a:lnSpc>
                <a:spcPct val="200000"/>
              </a:lnSpc>
            </a:pPr>
            <a:r>
              <a:rPr kumimoji="1" lang="ja-JP" altLang="en-US" sz="4400" b="1" dirty="0">
                <a:solidFill>
                  <a:schemeClr val="accent2">
                    <a:lumMod val="20000"/>
                    <a:lumOff val="80000"/>
                  </a:schemeClr>
                </a:solidFill>
              </a:rPr>
              <a:t>・ショップ</a:t>
            </a:r>
          </a:p>
        </p:txBody>
      </p:sp>
      <p:sp>
        <p:nvSpPr>
          <p:cNvPr id="13" name="テキスト ボックス 12">
            <a:extLst>
              <a:ext uri="{FF2B5EF4-FFF2-40B4-BE49-F238E27FC236}">
                <a16:creationId xmlns:a16="http://schemas.microsoft.com/office/drawing/2014/main" id="{06AECDC5-EA53-77ED-C788-230112942BEE}"/>
              </a:ext>
            </a:extLst>
          </p:cNvPr>
          <p:cNvSpPr txBox="1"/>
          <p:nvPr/>
        </p:nvSpPr>
        <p:spPr>
          <a:xfrm>
            <a:off x="6624618" y="939151"/>
            <a:ext cx="4376318" cy="3975447"/>
          </a:xfrm>
          <a:prstGeom prst="rect">
            <a:avLst/>
          </a:prstGeom>
          <a:noFill/>
        </p:spPr>
        <p:txBody>
          <a:bodyPr wrap="square" rtlCol="0">
            <a:spAutoFit/>
          </a:bodyPr>
          <a:lstStyle/>
          <a:p>
            <a:pPr>
              <a:lnSpc>
                <a:spcPct val="200000"/>
              </a:lnSpc>
            </a:pPr>
            <a:r>
              <a:rPr lang="ja-JP" altLang="en-US" sz="4400" b="1" dirty="0">
                <a:solidFill>
                  <a:schemeClr val="accent2">
                    <a:lumMod val="20000"/>
                    <a:lumOff val="80000"/>
                  </a:schemeClr>
                </a:solidFill>
              </a:rPr>
              <a:t>・ランキング</a:t>
            </a:r>
            <a:endParaRPr lang="en-US" altLang="ja-JP" sz="4400" b="1" dirty="0">
              <a:solidFill>
                <a:schemeClr val="accent2">
                  <a:lumMod val="20000"/>
                  <a:lumOff val="80000"/>
                </a:schemeClr>
              </a:solidFill>
            </a:endParaRPr>
          </a:p>
          <a:p>
            <a:pPr>
              <a:lnSpc>
                <a:spcPct val="200000"/>
              </a:lnSpc>
            </a:pPr>
            <a:r>
              <a:rPr kumimoji="1" lang="ja-JP" altLang="en-US" sz="4400" b="1" dirty="0">
                <a:solidFill>
                  <a:schemeClr val="accent2">
                    <a:lumMod val="20000"/>
                    <a:lumOff val="80000"/>
                  </a:schemeClr>
                </a:solidFill>
              </a:rPr>
              <a:t>・実績</a:t>
            </a:r>
            <a:endParaRPr kumimoji="1" lang="en-US" altLang="ja-JP" sz="4400" b="1" dirty="0">
              <a:solidFill>
                <a:schemeClr val="accent2">
                  <a:lumMod val="20000"/>
                  <a:lumOff val="80000"/>
                </a:schemeClr>
              </a:solidFill>
            </a:endParaRPr>
          </a:p>
          <a:p>
            <a:pPr>
              <a:lnSpc>
                <a:spcPct val="200000"/>
              </a:lnSpc>
            </a:pPr>
            <a:r>
              <a:rPr lang="ja-JP" altLang="en-US" sz="4400" b="1" dirty="0">
                <a:solidFill>
                  <a:schemeClr val="accent2">
                    <a:lumMod val="20000"/>
                    <a:lumOff val="80000"/>
                  </a:schemeClr>
                </a:solidFill>
              </a:rPr>
              <a:t>・プロフィール</a:t>
            </a:r>
            <a:endParaRPr kumimoji="1" lang="ja-JP" altLang="en-US" sz="4400" b="1" dirty="0">
              <a:solidFill>
                <a:schemeClr val="accent2">
                  <a:lumMod val="20000"/>
                  <a:lumOff val="80000"/>
                </a:schemeClr>
              </a:solidFill>
            </a:endParaRPr>
          </a:p>
        </p:txBody>
      </p:sp>
    </p:spTree>
    <p:extLst>
      <p:ext uri="{BB962C8B-B14F-4D97-AF65-F5344CB8AC3E}">
        <p14:creationId xmlns:p14="http://schemas.microsoft.com/office/powerpoint/2010/main" val="274216485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fade">
                                      <p:cBhvr>
                                        <p:cTn id="12" dur="500"/>
                                        <p:tgtEl>
                                          <p:spTgt spid="1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animEffect transition="in" filter="fade">
                                      <p:cBhvr>
                                        <p:cTn id="15" dur="500"/>
                                        <p:tgtEl>
                                          <p:spTgt spid="1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xEl>
                                              <p:pRg st="2" end="2"/>
                                            </p:txEl>
                                          </p:spTgt>
                                        </p:tgtEl>
                                        <p:attrNameLst>
                                          <p:attrName>style.visibility</p:attrName>
                                        </p:attrNameLst>
                                      </p:cBhvr>
                                      <p:to>
                                        <p:strVal val="visible"/>
                                      </p:to>
                                    </p:set>
                                    <p:animEffect transition="in" filter="fade">
                                      <p:cBhvr>
                                        <p:cTn id="18" dur="500"/>
                                        <p:tgtEl>
                                          <p:spTgt spid="1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animEffect transition="in" filter="fade">
                                      <p:cBhvr>
                                        <p:cTn id="21" dur="500"/>
                                        <p:tgtEl>
                                          <p:spTgt spid="12">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xEl>
                                              <p:pRg st="1" end="1"/>
                                            </p:txEl>
                                          </p:spTgt>
                                        </p:tgtEl>
                                        <p:attrNameLst>
                                          <p:attrName>style.visibility</p:attrName>
                                        </p:attrNameLst>
                                      </p:cBhvr>
                                      <p:to>
                                        <p:strVal val="visible"/>
                                      </p:to>
                                    </p:set>
                                    <p:animEffect transition="in" filter="fade">
                                      <p:cBhvr>
                                        <p:cTn id="24" dur="500"/>
                                        <p:tgtEl>
                                          <p:spTgt spid="12">
                                            <p:txEl>
                                              <p:pRg st="1" end="1"/>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animEffect transition="in" filter="fade">
                                      <p:cBhvr>
                                        <p:cTn id="27" dur="500"/>
                                        <p:tgtEl>
                                          <p:spTgt spid="12">
                                            <p:txEl>
                                              <p:pRg st="2" end="2"/>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xEl>
                                              <p:pRg st="3" end="3"/>
                                            </p:txEl>
                                          </p:spTgt>
                                        </p:tgtEl>
                                        <p:attrNameLst>
                                          <p:attrName>style.visibility</p:attrName>
                                        </p:attrNameLst>
                                      </p:cBhvr>
                                      <p:to>
                                        <p:strVal val="visible"/>
                                      </p:to>
                                    </p:set>
                                    <p:animEffect transition="in" filter="fade">
                                      <p:cBhvr>
                                        <p:cTn id="30" dur="500"/>
                                        <p:tgtEl>
                                          <p:spTgt spid="12">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mph" presetSubtype="2" fill="hold" nodeType="clickEffect">
                                  <p:stCondLst>
                                    <p:cond delay="0"/>
                                  </p:stCondLst>
                                  <p:childTnLst>
                                    <p:animClr clrSpc="rgb" dir="cw">
                                      <p:cBhvr override="childStyle">
                                        <p:cTn id="34" dur="750" fill="hold"/>
                                        <p:tgtEl>
                                          <p:spTgt spid="13">
                                            <p:txEl>
                                              <p:pRg st="0" end="0"/>
                                            </p:txEl>
                                          </p:spTgt>
                                        </p:tgtEl>
                                        <p:attrNameLst>
                                          <p:attrName>style.color</p:attrName>
                                        </p:attrNameLst>
                                      </p:cBhvr>
                                      <p:to>
                                        <a:srgbClr val="FF2F2F"/>
                                      </p:to>
                                    </p:animClr>
                                  </p:childTnLst>
                                </p:cTn>
                              </p:par>
                              <p:par>
                                <p:cTn id="35" presetID="3" presetClass="emph" presetSubtype="2" fill="hold" nodeType="withEffect">
                                  <p:stCondLst>
                                    <p:cond delay="0"/>
                                  </p:stCondLst>
                                  <p:childTnLst>
                                    <p:animClr clrSpc="rgb" dir="cw">
                                      <p:cBhvr override="childStyle">
                                        <p:cTn id="36" dur="750" fill="hold"/>
                                        <p:tgtEl>
                                          <p:spTgt spid="12">
                                            <p:txEl>
                                              <p:pRg st="2" end="2"/>
                                            </p:txEl>
                                          </p:spTgt>
                                        </p:tgtEl>
                                        <p:attrNameLst>
                                          <p:attrName>style.color</p:attrName>
                                        </p:attrNameLst>
                                      </p:cBhvr>
                                      <p:to>
                                        <a:srgbClr val="FF2F2F"/>
                                      </p:to>
                                    </p:animClr>
                                  </p:childTnLst>
                                </p:cTn>
                              </p:par>
                              <p:par>
                                <p:cTn id="37" presetID="3" presetClass="emph" presetSubtype="2" fill="hold" nodeType="withEffect">
                                  <p:stCondLst>
                                    <p:cond delay="0"/>
                                  </p:stCondLst>
                                  <p:childTnLst>
                                    <p:animClr clrSpc="rgb" dir="cw">
                                      <p:cBhvr override="childStyle">
                                        <p:cTn id="38" dur="750" fill="hold"/>
                                        <p:tgtEl>
                                          <p:spTgt spid="12">
                                            <p:txEl>
                                              <p:pRg st="0" end="0"/>
                                            </p:txEl>
                                          </p:spTgt>
                                        </p:tgtEl>
                                        <p:attrNameLst>
                                          <p:attrName>style.color</p:attrName>
                                        </p:attrNameLst>
                                      </p:cBhvr>
                                      <p:to>
                                        <a:srgbClr val="FF2F2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build="allAtOnce"/>
      <p:bldP spid="13"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626DE90-EBE6-DF44-96FC-5D7D4562A20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三角形を形成するように整列されたネオン レーザー光">
            <a:extLst>
              <a:ext uri="{FF2B5EF4-FFF2-40B4-BE49-F238E27FC236}">
                <a16:creationId xmlns:a16="http://schemas.microsoft.com/office/drawing/2014/main" id="{B9A47F05-0C61-595B-D418-DE24864C8C74}"/>
              </a:ext>
            </a:extLst>
          </p:cNvPr>
          <p:cNvPicPr>
            <a:picLocks noChangeAspect="1"/>
          </p:cNvPicPr>
          <p:nvPr/>
        </p:nvPicPr>
        <p:blipFill>
          <a:blip r:embed="rId3">
            <a:alphaModFix amt="50000"/>
          </a:blip>
          <a:srcRect t="8308" b="1692"/>
          <a:stretch>
            <a:fillRect/>
          </a:stretch>
        </p:blipFill>
        <p:spPr>
          <a:xfrm>
            <a:off x="20" y="1"/>
            <a:ext cx="12191980" cy="6857999"/>
          </a:xfrm>
          <a:prstGeom prst="rect">
            <a:avLst/>
          </a:prstGeom>
        </p:spPr>
      </p:pic>
      <p:sp>
        <p:nvSpPr>
          <p:cNvPr id="6" name="正方形/長方形 5">
            <a:extLst>
              <a:ext uri="{FF2B5EF4-FFF2-40B4-BE49-F238E27FC236}">
                <a16:creationId xmlns:a16="http://schemas.microsoft.com/office/drawing/2014/main" id="{9AFE09C7-4743-6CC4-8CFA-E107EA680ED0}"/>
              </a:ext>
            </a:extLst>
          </p:cNvPr>
          <p:cNvSpPr/>
          <p:nvPr/>
        </p:nvSpPr>
        <p:spPr>
          <a:xfrm>
            <a:off x="1029797" y="1089391"/>
            <a:ext cx="2749472" cy="1631216"/>
          </a:xfrm>
          <a:prstGeom prst="rect">
            <a:avLst/>
          </a:prstGeom>
          <a:noFill/>
        </p:spPr>
        <p:txBody>
          <a:bodyPr wrap="none" lIns="91440" tIns="45720" rIns="91440" bIns="45720">
            <a:spAutoFit/>
          </a:bodyPr>
          <a:lstStyle/>
          <a:p>
            <a:pPr algn="ctr"/>
            <a:r>
              <a:rPr lang="ja-JP" altLang="en-US" sz="10000" b="1" dirty="0">
                <a:ln w="12700">
                  <a:solidFill>
                    <a:srgbClr val="0070C0"/>
                  </a:solidFill>
                </a:ln>
                <a:solidFill>
                  <a:schemeClr val="bg2">
                    <a:lumMod val="10000"/>
                    <a:lumOff val="90000"/>
                  </a:schemeClr>
                </a:solidFill>
                <a:effectLst>
                  <a:glow rad="101600">
                    <a:schemeClr val="accent4">
                      <a:satMod val="175000"/>
                      <a:alpha val="40000"/>
                    </a:schemeClr>
                  </a:glow>
                </a:effectLst>
              </a:rPr>
              <a:t>実演</a:t>
            </a:r>
          </a:p>
        </p:txBody>
      </p:sp>
    </p:spTree>
    <p:extLst>
      <p:ext uri="{BB962C8B-B14F-4D97-AF65-F5344CB8AC3E}">
        <p14:creationId xmlns:p14="http://schemas.microsoft.com/office/powerpoint/2010/main" val="1885018230"/>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2D5A68C-A424-71C3-6CC8-DFB2910FCF9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三角形を形成するように整列されたネオン レーザー光">
            <a:extLst>
              <a:ext uri="{FF2B5EF4-FFF2-40B4-BE49-F238E27FC236}">
                <a16:creationId xmlns:a16="http://schemas.microsoft.com/office/drawing/2014/main" id="{23F3DCF3-83F1-F7A9-7577-56E087130EAD}"/>
              </a:ext>
            </a:extLst>
          </p:cNvPr>
          <p:cNvPicPr>
            <a:picLocks noChangeAspect="1"/>
          </p:cNvPicPr>
          <p:nvPr/>
        </p:nvPicPr>
        <p:blipFill>
          <a:blip r:embed="rId3">
            <a:alphaModFix amt="50000"/>
          </a:blip>
          <a:srcRect t="8308" b="1692"/>
          <a:stretch>
            <a:fillRect/>
          </a:stretch>
        </p:blipFill>
        <p:spPr>
          <a:xfrm>
            <a:off x="20" y="1"/>
            <a:ext cx="12191980" cy="6857999"/>
          </a:xfrm>
          <a:prstGeom prst="rect">
            <a:avLst/>
          </a:prstGeom>
        </p:spPr>
      </p:pic>
      <p:sp>
        <p:nvSpPr>
          <p:cNvPr id="3" name="タイトル 1">
            <a:extLst>
              <a:ext uri="{FF2B5EF4-FFF2-40B4-BE49-F238E27FC236}">
                <a16:creationId xmlns:a16="http://schemas.microsoft.com/office/drawing/2014/main" id="{7DDBA179-7763-19D4-B268-2CAC5B7B7876}"/>
              </a:ext>
            </a:extLst>
          </p:cNvPr>
          <p:cNvSpPr txBox="1">
            <a:spLocks/>
          </p:cNvSpPr>
          <p:nvPr/>
        </p:nvSpPr>
        <p:spPr>
          <a:xfrm>
            <a:off x="357132" y="348172"/>
            <a:ext cx="5624568" cy="1148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7200" b="1" dirty="0">
                <a:solidFill>
                  <a:srgbClr val="FFFFFF"/>
                </a:solidFill>
                <a:latin typeface="PMingLiU-ExtB" panose="02020500000000000000" pitchFamily="18" charset="-120"/>
              </a:rPr>
              <a:t>今後の予定</a:t>
            </a:r>
          </a:p>
        </p:txBody>
      </p:sp>
      <p:sp>
        <p:nvSpPr>
          <p:cNvPr id="5" name="テキスト ボックス 4">
            <a:extLst>
              <a:ext uri="{FF2B5EF4-FFF2-40B4-BE49-F238E27FC236}">
                <a16:creationId xmlns:a16="http://schemas.microsoft.com/office/drawing/2014/main" id="{03EF5401-A167-728B-439F-A09981D22067}"/>
              </a:ext>
            </a:extLst>
          </p:cNvPr>
          <p:cNvSpPr txBox="1"/>
          <p:nvPr/>
        </p:nvSpPr>
        <p:spPr>
          <a:xfrm>
            <a:off x="628660" y="1845233"/>
            <a:ext cx="3314700" cy="1852687"/>
          </a:xfrm>
          <a:prstGeom prst="rect">
            <a:avLst/>
          </a:prstGeom>
          <a:noFill/>
        </p:spPr>
        <p:txBody>
          <a:bodyPr wrap="square" rtlCol="0">
            <a:spAutoFit/>
          </a:bodyPr>
          <a:lstStyle/>
          <a:p>
            <a:pPr>
              <a:lnSpc>
                <a:spcPct val="150000"/>
              </a:lnSpc>
            </a:pPr>
            <a:r>
              <a:rPr kumimoji="1" lang="ja-JP" altLang="en-US" sz="4000" b="1" dirty="0">
                <a:solidFill>
                  <a:schemeClr val="accent2">
                    <a:lumMod val="20000"/>
                    <a:lumOff val="80000"/>
                  </a:schemeClr>
                </a:solidFill>
                <a:latin typeface="HGS明朝B" panose="02020800000000000000" pitchFamily="18" charset="-128"/>
                <a:ea typeface="HGS明朝B" panose="02020800000000000000" pitchFamily="18" charset="-128"/>
              </a:rPr>
              <a:t>・新規登録</a:t>
            </a:r>
            <a:endParaRPr kumimoji="1" lang="en-US" altLang="ja-JP" sz="4000" b="1" dirty="0">
              <a:solidFill>
                <a:schemeClr val="accent2">
                  <a:lumMod val="20000"/>
                  <a:lumOff val="80000"/>
                </a:schemeClr>
              </a:solidFill>
              <a:latin typeface="HGS明朝B" panose="02020800000000000000" pitchFamily="18" charset="-128"/>
              <a:ea typeface="HGS明朝B" panose="02020800000000000000" pitchFamily="18" charset="-128"/>
            </a:endParaRPr>
          </a:p>
          <a:p>
            <a:pPr>
              <a:lnSpc>
                <a:spcPct val="150000"/>
              </a:lnSpc>
            </a:pPr>
            <a:r>
              <a:rPr lang="ja-JP" altLang="en-US" sz="4000" b="1" dirty="0">
                <a:solidFill>
                  <a:schemeClr val="accent2">
                    <a:lumMod val="20000"/>
                    <a:lumOff val="80000"/>
                  </a:schemeClr>
                </a:solidFill>
                <a:latin typeface="HGS明朝B" panose="02020800000000000000" pitchFamily="18" charset="-128"/>
                <a:ea typeface="HGS明朝B" panose="02020800000000000000" pitchFamily="18" charset="-128"/>
              </a:rPr>
              <a:t>・ログアウト</a:t>
            </a:r>
            <a:endParaRPr lang="en-US" altLang="ja-JP" sz="4000" b="1" dirty="0">
              <a:solidFill>
                <a:schemeClr val="accent2">
                  <a:lumMod val="20000"/>
                  <a:lumOff val="80000"/>
                </a:schemeClr>
              </a:solidFill>
              <a:latin typeface="HGS明朝B" panose="02020800000000000000" pitchFamily="18" charset="-128"/>
              <a:ea typeface="HGS明朝B" panose="02020800000000000000" pitchFamily="18" charset="-128"/>
            </a:endParaRPr>
          </a:p>
        </p:txBody>
      </p:sp>
      <p:sp>
        <p:nvSpPr>
          <p:cNvPr id="6" name="テキスト ボックス 5">
            <a:extLst>
              <a:ext uri="{FF2B5EF4-FFF2-40B4-BE49-F238E27FC236}">
                <a16:creationId xmlns:a16="http://schemas.microsoft.com/office/drawing/2014/main" id="{A8DA468E-424C-9811-47D5-BCFB7A0623CF}"/>
              </a:ext>
            </a:extLst>
          </p:cNvPr>
          <p:cNvSpPr txBox="1"/>
          <p:nvPr/>
        </p:nvSpPr>
        <p:spPr>
          <a:xfrm>
            <a:off x="4000500" y="1845233"/>
            <a:ext cx="3962400" cy="1852687"/>
          </a:xfrm>
          <a:prstGeom prst="rect">
            <a:avLst/>
          </a:prstGeom>
          <a:noFill/>
        </p:spPr>
        <p:txBody>
          <a:bodyPr wrap="square" rtlCol="0">
            <a:spAutoFit/>
          </a:bodyPr>
          <a:lstStyle/>
          <a:p>
            <a:pPr>
              <a:lnSpc>
                <a:spcPct val="150000"/>
              </a:lnSpc>
            </a:pPr>
            <a:r>
              <a:rPr kumimoji="1" lang="ja-JP" altLang="en-US" sz="4000" b="1" dirty="0">
                <a:solidFill>
                  <a:schemeClr val="accent2">
                    <a:lumMod val="20000"/>
                    <a:lumOff val="80000"/>
                  </a:schemeClr>
                </a:solidFill>
                <a:latin typeface="HGS明朝B" panose="02020800000000000000" pitchFamily="18" charset="-128"/>
                <a:ea typeface="HGS明朝B" panose="02020800000000000000" pitchFamily="18" charset="-128"/>
              </a:rPr>
              <a:t>・プロフィール</a:t>
            </a:r>
            <a:endParaRPr kumimoji="1" lang="en-US" altLang="ja-JP" sz="4000" b="1" dirty="0">
              <a:solidFill>
                <a:schemeClr val="accent2">
                  <a:lumMod val="20000"/>
                  <a:lumOff val="80000"/>
                </a:schemeClr>
              </a:solidFill>
              <a:latin typeface="HGS明朝B" panose="02020800000000000000" pitchFamily="18" charset="-128"/>
              <a:ea typeface="HGS明朝B" panose="02020800000000000000" pitchFamily="18" charset="-128"/>
            </a:endParaRPr>
          </a:p>
          <a:p>
            <a:pPr>
              <a:lnSpc>
                <a:spcPct val="150000"/>
              </a:lnSpc>
            </a:pPr>
            <a:r>
              <a:rPr kumimoji="1" lang="ja-JP" altLang="en-US" sz="4000" b="1" dirty="0">
                <a:solidFill>
                  <a:schemeClr val="accent2">
                    <a:lumMod val="20000"/>
                    <a:lumOff val="80000"/>
                  </a:schemeClr>
                </a:solidFill>
                <a:latin typeface="HGS明朝B" panose="02020800000000000000" pitchFamily="18" charset="-128"/>
                <a:ea typeface="HGS明朝B" panose="02020800000000000000" pitchFamily="18" charset="-128"/>
              </a:rPr>
              <a:t>・実績</a:t>
            </a:r>
            <a:endParaRPr kumimoji="1" lang="en-US" altLang="ja-JP" sz="4000" b="1" dirty="0">
              <a:solidFill>
                <a:schemeClr val="accent2">
                  <a:lumMod val="20000"/>
                  <a:lumOff val="80000"/>
                </a:schemeClr>
              </a:solidFill>
              <a:latin typeface="HGS明朝B" panose="02020800000000000000" pitchFamily="18" charset="-128"/>
              <a:ea typeface="HGS明朝B" panose="02020800000000000000" pitchFamily="18" charset="-128"/>
            </a:endParaRPr>
          </a:p>
        </p:txBody>
      </p:sp>
      <p:sp>
        <p:nvSpPr>
          <p:cNvPr id="7" name="テキスト ボックス 6">
            <a:extLst>
              <a:ext uri="{FF2B5EF4-FFF2-40B4-BE49-F238E27FC236}">
                <a16:creationId xmlns:a16="http://schemas.microsoft.com/office/drawing/2014/main" id="{CC4C575A-1518-0A54-7963-110DC05DAD45}"/>
              </a:ext>
            </a:extLst>
          </p:cNvPr>
          <p:cNvSpPr txBox="1"/>
          <p:nvPr/>
        </p:nvSpPr>
        <p:spPr>
          <a:xfrm>
            <a:off x="8074020" y="2321003"/>
            <a:ext cx="2003430" cy="1107996"/>
          </a:xfrm>
          <a:prstGeom prst="rect">
            <a:avLst/>
          </a:prstGeom>
          <a:noFill/>
        </p:spPr>
        <p:txBody>
          <a:bodyPr wrap="square" rtlCol="0">
            <a:spAutoFit/>
          </a:bodyPr>
          <a:lstStyle/>
          <a:p>
            <a:r>
              <a:rPr kumimoji="1" lang="ja-JP" altLang="en-US" sz="6600" b="1" dirty="0">
                <a:solidFill>
                  <a:srgbClr val="FFFF00"/>
                </a:solidFill>
                <a:latin typeface="HGS明朝B" panose="02020800000000000000" pitchFamily="18" charset="-128"/>
                <a:ea typeface="HGS明朝B" panose="02020800000000000000" pitchFamily="18" charset="-128"/>
              </a:rPr>
              <a:t>実装</a:t>
            </a:r>
          </a:p>
        </p:txBody>
      </p:sp>
      <p:sp>
        <p:nvSpPr>
          <p:cNvPr id="8" name="テキスト ボックス 7">
            <a:extLst>
              <a:ext uri="{FF2B5EF4-FFF2-40B4-BE49-F238E27FC236}">
                <a16:creationId xmlns:a16="http://schemas.microsoft.com/office/drawing/2014/main" id="{EAA0A239-73CF-63D9-BC94-1B3E8B2FB647}"/>
              </a:ext>
            </a:extLst>
          </p:cNvPr>
          <p:cNvSpPr txBox="1"/>
          <p:nvPr/>
        </p:nvSpPr>
        <p:spPr>
          <a:xfrm>
            <a:off x="1643499" y="4216130"/>
            <a:ext cx="8905002" cy="707886"/>
          </a:xfrm>
          <a:prstGeom prst="rect">
            <a:avLst/>
          </a:prstGeom>
          <a:noFill/>
        </p:spPr>
        <p:txBody>
          <a:bodyPr wrap="none" rtlCol="0">
            <a:spAutoFit/>
          </a:bodyPr>
          <a:lstStyle/>
          <a:p>
            <a:r>
              <a:rPr kumimoji="1" lang="ja-JP" altLang="en-US" sz="4000" b="1" dirty="0">
                <a:solidFill>
                  <a:schemeClr val="accent6">
                    <a:lumMod val="40000"/>
                    <a:lumOff val="60000"/>
                  </a:schemeClr>
                </a:solidFill>
                <a:latin typeface="HGS明朝B" panose="02020800000000000000" pitchFamily="18" charset="-128"/>
                <a:ea typeface="HGS明朝B" panose="02020800000000000000" pitchFamily="18" charset="-128"/>
              </a:rPr>
              <a:t>実装されている機能の利便性を高める</a:t>
            </a:r>
          </a:p>
        </p:txBody>
      </p:sp>
      <p:sp>
        <p:nvSpPr>
          <p:cNvPr id="10" name="テキスト ボックス 9">
            <a:extLst>
              <a:ext uri="{FF2B5EF4-FFF2-40B4-BE49-F238E27FC236}">
                <a16:creationId xmlns:a16="http://schemas.microsoft.com/office/drawing/2014/main" id="{4A6245BF-2FF0-A52D-C4F9-68D7C337383B}"/>
              </a:ext>
            </a:extLst>
          </p:cNvPr>
          <p:cNvSpPr txBox="1"/>
          <p:nvPr/>
        </p:nvSpPr>
        <p:spPr>
          <a:xfrm>
            <a:off x="6729046" y="5871068"/>
            <a:ext cx="5289452" cy="553998"/>
          </a:xfrm>
          <a:prstGeom prst="rect">
            <a:avLst/>
          </a:prstGeom>
          <a:noFill/>
        </p:spPr>
        <p:txBody>
          <a:bodyPr wrap="square" rtlCol="0">
            <a:spAutoFit/>
          </a:bodyPr>
          <a:lstStyle/>
          <a:p>
            <a:r>
              <a:rPr kumimoji="1" lang="ja-JP" altLang="en-US" sz="3000" dirty="0">
                <a:solidFill>
                  <a:schemeClr val="accent4">
                    <a:lumMod val="40000"/>
                    <a:lumOff val="60000"/>
                  </a:schemeClr>
                </a:solidFill>
              </a:rPr>
              <a:t>ゲームの追加、ショップ機能</a:t>
            </a:r>
          </a:p>
        </p:txBody>
      </p:sp>
    </p:spTree>
    <p:extLst>
      <p:ext uri="{BB962C8B-B14F-4D97-AF65-F5344CB8AC3E}">
        <p14:creationId xmlns:p14="http://schemas.microsoft.com/office/powerpoint/2010/main" val="10866287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down)">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807A3C-F0F5-117C-3DC1-7B9BD12BB734}"/>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三角形を形成するように整列されたネオン レーザー光">
            <a:extLst>
              <a:ext uri="{FF2B5EF4-FFF2-40B4-BE49-F238E27FC236}">
                <a16:creationId xmlns:a16="http://schemas.microsoft.com/office/drawing/2014/main" id="{DC8DAD32-A36D-1621-E97C-6EF76C2C5A13}"/>
              </a:ext>
            </a:extLst>
          </p:cNvPr>
          <p:cNvPicPr>
            <a:picLocks noChangeAspect="1"/>
          </p:cNvPicPr>
          <p:nvPr/>
        </p:nvPicPr>
        <p:blipFill>
          <a:blip r:embed="rId3"/>
          <a:srcRect t="8307" b="1692"/>
          <a:stretch>
            <a:fillRect/>
          </a:stretch>
        </p:blipFill>
        <p:spPr>
          <a:xfrm>
            <a:off x="20" y="-22"/>
            <a:ext cx="12191977" cy="6858022"/>
          </a:xfrm>
          <a:prstGeom prst="rect">
            <a:avLst/>
          </a:prstGeom>
        </p:spPr>
      </p:pic>
      <p:sp>
        <p:nvSpPr>
          <p:cNvPr id="21" name="Rectangle 20">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4BEF0D3-57E0-4C6C-90A7-D871C8D9A505}"/>
              </a:ext>
            </a:extLst>
          </p:cNvPr>
          <p:cNvSpPr>
            <a:spLocks noGrp="1"/>
          </p:cNvSpPr>
          <p:nvPr>
            <p:ph type="ctrTitle"/>
          </p:nvPr>
        </p:nvSpPr>
        <p:spPr>
          <a:xfrm>
            <a:off x="643466" y="643467"/>
            <a:ext cx="5452529" cy="3569242"/>
          </a:xfrm>
        </p:spPr>
        <p:txBody>
          <a:bodyPr anchor="t">
            <a:normAutofit/>
          </a:bodyPr>
          <a:lstStyle/>
          <a:p>
            <a:pPr algn="l"/>
            <a:r>
              <a:rPr lang="ja-JP" altLang="en-US" sz="6600" dirty="0">
                <a:solidFill>
                  <a:srgbClr val="FFFFFF"/>
                </a:solidFill>
                <a:latin typeface="HGPｺﾞｼｯｸM" panose="020B0600000000000000" pitchFamily="50" charset="-128"/>
                <a:ea typeface="HGPｺﾞｼｯｸM" panose="020B0600000000000000" pitchFamily="50" charset="-128"/>
              </a:rPr>
              <a:t>ご清聴</a:t>
            </a:r>
            <a:br>
              <a:rPr lang="en-US" altLang="ja-JP" sz="6600" dirty="0">
                <a:solidFill>
                  <a:srgbClr val="FFFFFF"/>
                </a:solidFill>
                <a:latin typeface="HGPｺﾞｼｯｸM" panose="020B0600000000000000" pitchFamily="50" charset="-128"/>
                <a:ea typeface="HGPｺﾞｼｯｸM" panose="020B0600000000000000" pitchFamily="50" charset="-128"/>
              </a:rPr>
            </a:br>
            <a:r>
              <a:rPr lang="ja-JP" altLang="en-US" sz="6600" dirty="0">
                <a:solidFill>
                  <a:srgbClr val="FFFFFF"/>
                </a:solidFill>
                <a:latin typeface="HGPｺﾞｼｯｸM" panose="020B0600000000000000" pitchFamily="50" charset="-128"/>
                <a:ea typeface="HGPｺﾞｼｯｸM" panose="020B0600000000000000" pitchFamily="50" charset="-128"/>
              </a:rPr>
              <a:t>ありがとう</a:t>
            </a:r>
            <a:br>
              <a:rPr lang="en-US" altLang="ja-JP" sz="6600" dirty="0">
                <a:solidFill>
                  <a:srgbClr val="FFFFFF"/>
                </a:solidFill>
                <a:latin typeface="HGPｺﾞｼｯｸM" panose="020B0600000000000000" pitchFamily="50" charset="-128"/>
                <a:ea typeface="HGPｺﾞｼｯｸM" panose="020B0600000000000000" pitchFamily="50" charset="-128"/>
              </a:rPr>
            </a:br>
            <a:r>
              <a:rPr lang="ja-JP" altLang="en-US" sz="6600" dirty="0">
                <a:solidFill>
                  <a:srgbClr val="FFFFFF"/>
                </a:solidFill>
                <a:latin typeface="HGPｺﾞｼｯｸM" panose="020B0600000000000000" pitchFamily="50" charset="-128"/>
                <a:ea typeface="HGPｺﾞｼｯｸM" panose="020B0600000000000000" pitchFamily="50" charset="-128"/>
              </a:rPr>
              <a:t>ございました</a:t>
            </a:r>
            <a:endParaRPr kumimoji="1" lang="ja-JP" altLang="en-US" sz="6600" dirty="0">
              <a:solidFill>
                <a:srgbClr val="FFFFFF"/>
              </a:solidFill>
              <a:latin typeface="HGPｺﾞｼｯｸM" panose="020B0600000000000000" pitchFamily="50" charset="-128"/>
              <a:ea typeface="HGPｺﾞｼｯｸM" panose="020B0600000000000000" pitchFamily="50" charset="-128"/>
            </a:endParaRPr>
          </a:p>
        </p:txBody>
      </p:sp>
      <p:sp>
        <p:nvSpPr>
          <p:cNvPr id="23" name="Rectangle 22">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669611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347</TotalTime>
  <Words>411</Words>
  <Application>Microsoft Office PowerPoint</Application>
  <PresentationFormat>ワイド画面</PresentationFormat>
  <Paragraphs>60</Paragraphs>
  <Slides>7</Slides>
  <Notes>7</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7</vt:i4>
      </vt:variant>
    </vt:vector>
  </HeadingPairs>
  <TitlesOfParts>
    <vt:vector size="14" baseType="lpstr">
      <vt:lpstr>HGPｺﾞｼｯｸM</vt:lpstr>
      <vt:lpstr>HGS明朝B</vt:lpstr>
      <vt:lpstr>PMingLiU-ExtB</vt:lpstr>
      <vt:lpstr>游ゴシック</vt:lpstr>
      <vt:lpstr>游ゴシック Light</vt:lpstr>
      <vt:lpstr>Arial</vt:lpstr>
      <vt:lpstr>Office テーマ</vt:lpstr>
      <vt:lpstr>Scot Medal Park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ご清聴 ありがとう 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joho1_22</dc:creator>
  <cp:lastModifiedBy>joho1_22</cp:lastModifiedBy>
  <cp:revision>5</cp:revision>
  <dcterms:created xsi:type="dcterms:W3CDTF">2025-12-01T01:37:36Z</dcterms:created>
  <dcterms:modified xsi:type="dcterms:W3CDTF">2025-12-01T07:25:23Z</dcterms:modified>
</cp:coreProperties>
</file>